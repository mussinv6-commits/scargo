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146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예상 질문 100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D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게이트 OCR · 과적 검사 중심  ·  질문과 한두 줄 답변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EE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[수치] 표시는 발표 전 실제 값으로 채워 주세요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5486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목차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00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91640" y="1600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· 배경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600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Q1–Q10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313432"/>
            <a:ext cx="502920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514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514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Q11–Q20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227832"/>
            <a:ext cx="502920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429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429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번호판 탐지 (YOLO11)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3429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Q21–Q30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142232"/>
            <a:ext cx="502920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343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343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문자 인식 (CRNN)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4343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Q31–Q40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5056632"/>
            <a:ext cx="502920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257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5257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게이트 OCR 서버 (FastAPI)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5257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Q41–Q50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5971032"/>
            <a:ext cx="502920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1600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1600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과적 계량 · 판정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0" y="1600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Q51–Q60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2313432"/>
            <a:ext cx="502920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00800" y="25146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269480" y="25146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출차 통제 · 업무 흐름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0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Q61–Q70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0" y="3227832"/>
            <a:ext cx="502920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34290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7269480" y="3429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· DB · 보안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0" y="3429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Q71–Q80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0" y="4142232"/>
            <a:ext cx="502920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0" y="43434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7269480" y="4343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트러블슈팅 · 테스트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0" y="4343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Q81–Q90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0" y="5056632"/>
            <a:ext cx="502920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0" y="5257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24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5257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· 향후 계획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10515600" y="5257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B6B8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Q91–Q100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00800" y="5971032"/>
            <a:ext cx="502920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기획 · 배경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기획 · 배경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화물차 과적을 주제로 골랐나요?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도로교통 예지보전 주제 중 과적이 도로 파손과 사고에 직접 영향을 주고, 게이트·계량·출차를 자동화하면 효과가 바로 보이는 문제라서 선택했습니다.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항만에서는 과적을 어떻게 단속하나요?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고정·이동식 축중기로 계량하고 사람이 확인·기록합니다. 저희는 그 확인·기록·출차 통제를 시스템으로 묶는 데 초점을 맞췄습니다.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시스템과 차별점은 무엇인가요?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번호판 인식, 계량 판정, 출차 차단이 하나의 흐름으로 연결되어 과적 차량이 시스템적으로 나갈 수 없다는 점입니다.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370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사용자는 누구인가요?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관리자(게이트·검사소 운영), 운송 기업(차량·기사 관리), 기사(배차·운송·정산 확인) 세 종류입니다.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340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시스템으로 줄일 수 있는 것은?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2414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게이트 확인 인력, 수기 기록, 과적 차량 출차 누락입니다. 모든 기록이 DB에 남아 추적이 쉬워집니다.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기획 · 배경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기획 · 배경 (2)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과적 기준은 어디서 가져왔나요?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도로법 운행제한 기준(축하중 10톤, 총중량 40톤)과 도로교통법의 적재중량 110% 기준을 참고했습니다.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인천항을 배경으로 한 이유는?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컨테이너 화물차 출입이 많고 게이트·야드·검사소 구조가 명확해서 흐름을 설명하기 좋았습니다.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기간과 인원은?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[기간] 동안 [인원]명이 프론트·백엔드·AI·DB를 나눠 진행했습니다.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370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Q9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본인이 맡은 부분은?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게이트 OCR(번호판 인식 모델과 FastAPI 서버)과 검사소 과적 계량·판정·출차 통제 흐름을 맡았습니다.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340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Q10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자신 있는 기능은?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2414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과적 차량 출차 차단입니다. 화면과 OCR 서버 두 곳에서 막아서 우회가 어렵습니다.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시스템 구조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시스템 구조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구조를 설명해 주세요.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Vue 화면, Spring Boot 서버, PostgreSQL DB, 그리고 번호판 인식을 담당하는 Python FastAPI 서버로 구성됩니다.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OCR 서버를 따로 둔 이유는?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딥러닝 모델은 Python 생태계(PyTorch, Ultralytics)가 강하고, 무거운 추론을 웹 서버와 분리해야 서로 영향을 덜 받기 때문입니다.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OCR 서버와 Spring 서버는 어떻게 통신하나요?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OCR 서버가 Spring에 로그인한 세션으로 REST API(POST /api/v1/gate-logs)를 호출해 게이트 기록을 저장합니다.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370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OCR 서버가 DB에 직접 접근하기도 하나요?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차량 조회와 출차 시 과적 결과 확인은 빠른 응답을 위해 pg8000으로 DB를 직접 읽습니다. 쓰기는 Spring을 거칩니다.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340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화면은 실시간을 어떻게 구현했나요?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2414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3초 간격 폴링으로 게이트 기록, 대기열, 상하차·과적 상태를 다시 불러옵니다.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시스템 구조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시스템 구조 (2)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WebSocket을 쓰지 않은 이유는?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갱신 주기가 수 초 단위라 폴링으로 충분했고, 구현·디버깅이 단순했습니다. 차량이 많아지면 WebSocket/SSE로 바꿀 계획입니다.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 구성은?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 5173, Spring 8080, OCR 서버 8001, PostgreSQL 5432입니다.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순서가 중요한가요?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네. 백엔드 → OCR 서버 → 프론트 순서입니다. OCR 서버가 시작할 때 백엔드에 로그인하기 때문입니다.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370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Q19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지도는 무엇으로 그렸나요?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Leaflet과 OpenStreetMap으로 게이트 → 검사소 → 목적지 경로를 그리고 트럭 이미지를 이동시킵니다.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340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Q20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API는 무엇을 쓰나요?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2414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OpenStreetMap 지도 타일과 OpenWeather 날씨 API를 사용합니다.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번호판 탐지 (YOLO11)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번호판 탐지 (YOLO11)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YOLO11을 선택했나요?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객체 탐지에서 속도와 정확도 균형이 좋고, Ultralytics로 학습·추론이 간단해서 선택했습니다.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데이터는 어떻게 모았나요?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화물차 번호판 사진을 모아 Roboflow로 라벨링·관리했습니다. 데이터 수는 [이미지 수]장입니다.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탐지 성능은 어느 정도인가요?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데이터 기준 mAP50 [수치], mAP50-95 [수치]입니다. (runs 폴더의 학습 결과 기준)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370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모델 중 어떤 것을 쓰나요?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결과 폴더에서 mAP50-95가 가장 높은 best.pt를 자동으로 골라 사용합니다.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340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추론 설정값은?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2414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신뢰도 0.25, IoU 0.5, 입력 크기 960입니다. 아주 큰 사진은 번호판이 작아지지 않게 입력 크기를 2배로 키웁니다.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번호판 탐지 (YOLO11)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번호판 탐지 (YOLO11) (2)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번호판이 여러 개 잡히면?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신뢰도가 가장 높은 박스 하나만 사용합니다.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탐지 신뢰도가 낮으면 어떻게 하나요?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0.7 미만이면 잘라낼 때 여백을 더 주고(아래쪽 65%), 대비 보정(CLAHE)과 샤프닝을 적용합니다.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야간·저조도 사진은?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저조도 데이터로 별도 실험을 했고, 대비 보정으로 인식률을 보완했습니다.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370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Q29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누수는 어떻게 막았나요?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차량 사진이 학습·검증에 동시에 들어가지 않는지 검사하는 스크립트로 확인하고 정리했습니다.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340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Q30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GPU가 없으면 동작하나요?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2414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CPU로도 동작합니다. CUDA가 있으면 자동으로 GPU를 사용합니다.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문자 인식 (CRNN)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문자 인식 (CRNN)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CRNN 구조를 설명해 주세요.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흑백 48×320 이미지를 CNN으로 특징 추출 → BiLSTM 2층 → Multi-Head Attention(4 head) → CTC로 글자열을 만듭니다.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CTC를 쓴 이유는?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글자 위치를 일일이 라벨링하지 않아도 번호판 전체 문자열만으로 학습할 수 있기 때문입니다.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Attention을 추가한 이유는?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번호판 앞뒤 글자 관계(지역명, 용도 문자)를 더 잘 반영해 혼동을 줄이려고 추가했습니다.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370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EasyOCR은 왜 같이 쓰나요?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CRNN 신뢰도가 0.5 미만일 때만 보조로 사용하고, 번호판 형식 검사를 통과해야 채택합니다.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340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1줄·2줄 번호판은 어떻게 구분하나요?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2414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탐지 박스의 가로세로 비율로 판별해 각각 맞는 방식으로 인식합니다.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문자 인식 (CRNN)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문자 인식 (CRNN) (2)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잘못 읽은 번호로 문이 열릴 위험은?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형식 검사와 자릿수 규칙에 맞지 않으면 '판독 불가'로 처리하고, 등록 차량과 일치할 때만 차단기가 열립니다.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문자 인식 정확도는?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[장수]장 기준 [수치]%입니다. (batch_test_images 결과 기준)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데이터가 부족하지 않았나요?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가상 번호판 이미지를 생성해 사전학습한 뒤 실제 데이터로 추가 학습했습니다.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370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Q39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틀리는 글자는?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비슷하게 생긴 한글·숫자 조합과 지역명입니다. beam search 상위 후보로 혼동 쌍을 보정했습니다.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340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Q40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라벨 오류는 어떻게 찾았나요?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2414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검수용 GUI와 진단 스크립트로 오인식 사진을 모아 라벨을 다시 확인했습니다.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게이트 OCR 서버 (FastAPI)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게이트 OCR 서버 (FastAPI)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FastAPI를 선택한 이유는?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모델을 그대로 불러 쓸 수 있고, 가볍고 빠르며 API 문서가 자동으로 생성되기 때문입니다.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API는?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 /scan(ENTRY/EXIT 인식), GET /health(상태 확인), /images(인식 사진 제공)입니다.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ENTRY와 EXIT 처리는 어떻게 다른가요?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ENTRY는 새 사진을 읽어 등록 차량과 대조하고, EXIT는 입차 때 쓴 같은 사진을 다시 읽어 차량 일치와 과적 통과를 확인합니다.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370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EXIT에서 같은 사진을 쓰는 이유는?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환경에 출구 카메라가 따로 없어서, 입차 사진으로 동일 차량 확인 흐름을 재현했습니다. 실제로는 출구 카메라 사진을 씁니다.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340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사진은 어디서 받나요?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2414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'게이트_수신함' 폴더를 감시해 새 사진을 가져오고, 처리 후 processed 폴더로 옮깁니다.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게이트 OCR 서버 (FastAPI)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게이트 OCR 서버 (FastAPI) (2)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재시작 후 입차 사진을 잃으면?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메모리에 없으면 processed → 수신함 → failed 폴더 순으로 다시 찾도록 했습니다.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psycopg2 대신 pg8000을 쓴 이유는?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Windows에서 psycopg2가 UnicodeDecodeError를 내서 순수 Python 드라이버인 pg8000으로 바꿨습니다.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세션이 끊기면?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게이트 기록 저장이 401/403이면 자동으로 다시 로그인하고 한 번 더 저장합니다.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370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Q49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인식 결과는 무엇을 돌려주나요?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인식 번호, 탐지·인식 신뢰도, 사용 엔진, 매칭 결과(AUTHORIZED/DENIED/불일치), 차단기 개방 여부, 사진 주소입니다.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340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Q50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동시에 여러 대가 오면?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2414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현재는 요청 단위로 순차 처리합니다. 실제 운영이라면 게이트별 큐와 워커를 분리해야 합니다.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과적 계량 · 판정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과적 계량 · 판정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Q51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과적 판정 기준은?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 하나라도 10,000kg 초과, 총중량 40,000kg 초과, 적재중량이 최대적재량의 110% 초과 중 하나라도 해당하면 과적입니다.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Q52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판정은 어디서 하나요?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서버(WeighbridgeService)에서 합니다. 화면은 축별 무게만 보내므로 화면을 조작해도 판정이 바뀌지 않습니다.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Q53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무게 데이터는 실제인가요?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축중기가 없어 화면에서 시뮬레이션으로 생성합니다. 판정·저장·출차 통제는 실제 로직 그대로입니다.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370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Q54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시뮬레이션은 어떻게 만들었나요?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총중량 = 트럭 자중 + 컨테이너 자중(DB) + 화물입니다. 화물은 차량 최대적재량 × 랜덤 적재율로 만듭니다.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340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Q55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랜덤 범위는?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2414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계량은 적재율 75~125%, 감량 후 재계량은 70~95%입니다. 축별 분배와 좌우 바퀴 비율도 범위 안에서 랜덤입니다.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과적 계량 · 판정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과적 계량 · 판정 (2)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Q56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트럭 자중은 어떻게 정했나요?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5축 이상(세미트레일러)은 14,500kg, 그 외 카고트럭은 9,000kg 평균값을 사용합니다.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Q57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컨테이너 정보는 어디서 오나요?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차량에 배정된 컨테이너를 DB에서 자동으로 찾아 자체중량과 최대총중량을 반영합니다.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Q58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차량을 두 번 계량하면?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방문에 이미 계량한 차량과 출차 기록은 대기열에서 빼고, 서버도 409로 거부합니다.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370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Q59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과적이면 어떻게 되나요?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기록이 과적으로 저장되고 관리자·소속 기업에 알림이 가며, 감량 후 재계량으로만 다시 측정합니다.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340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Q60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재계량을 계속 실패하면?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2414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재계량 횟수가 기록되고, 3회 이상이면 상하차 작업을 취소 처리해 관리자 수동 출차 대상으로 둡니다.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출차 통제 · 업무 흐름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출차 통제 · 업무 흐름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Q61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차량 한 대의 전체 흐름은?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게이트인 → 상하차(PENDING→IN_PROGRESS→COMPLETED) → 검사소 계량 1회 → 과적 판정 → 게이트아웃입니다.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Q62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출차 조건은?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상하차가 COMPLETED이고, 이번 입차 이후 최신 과적 검사가 정상일 때만 게이트아웃 버튼이 켜집니다.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Q63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화면만 막으면 우회되지 않나요?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OCR 서버에서도 출차 요청 시 DB 과적 결과를 다시 확인하고, 통과가 아니면 409로 거부합니다.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370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Q64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방문의 과적 기록과 섞이지 않나요?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입차 시각 이후의 과적 기록만, 상하차는 가장 최근 기록만 보도록 했습니다.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340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Q65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대가 동시에 들어오면?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2414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구내 차량 목록으로 차량마다 상태와 게이트아웃 버튼을 따로 관리합니다.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출차 통제 · 업무 흐름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출차 통제 · 업무 흐름 (2)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Q66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구내 차량 목록은 어디 기준인가요?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게이트 기록 기준입니다. 차량별 최신 기록이 ENTRY면 구내, EXIT면 목록에서 빠집니다.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Q67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상하차 상태는 어떻게 바뀌나요?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입차 OCR이 성공하면 비동기 작업으로 상태가 순서대로 바뀌어 COMPLETED가 됩니다.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Q68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미등록 차량이 오면?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번호판은 인식하지만 차단기를 열지 않고 관리자에게 알림을 보냅니다.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370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Q69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번호판을 못 읽으면?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판독 불가로 처리하고 차단기를 열지 않습니다. 사람이 확인하도록 남깁니다.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340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Q70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이동 경로 지도는 언제 나오나요?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2414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검사소 판정이 끝나면 화면이 지도로 바뀌고, 통과면 목적지까지, 과적이면 검사소에 멈춘 모습을 보여줍니다.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백엔드 · DB · 보안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백엔드 · DB · 보안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Q71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기술은?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Java 17, Spring Boot 3.3, Spring Data JPA, QueryDSL, Spring Security, PostgreSQL입니다.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Q72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JPA와 QueryDSL을 같이 쓴 이유는?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CRUD는 JPA로, 조건이 많은 상하차 기록 검색은 QueryDSL로 타입 안전하게 작성했습니다.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Q73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방식은?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 기반입니다. 로그인 시 세션에 계정 ID를 저장하고, 필터가 요청마다 권한을 채워 넣습니다.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370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Q74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JWT를 쓰지 않은 이유는?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도메인의 관리 시스템이라 세션이 단순하고 즉시 로그아웃 처리가 쉬웠습니다.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340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Q75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권한은 어떻게 나뉘나요?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2414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관리자, 일반, 기업(승인 대기/승인)으로 나누고 API마다 역할을 검사합니다.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백엔드 · DB · 보안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백엔드 · DB · 보안 (2)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Q76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로그인이 자꾸 풀렸던 이유는?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도구의 자동 재시작으로 세션이 사라졌습니다. 자동 재시작을 끄고 세션 유지 시간을 늘렸습니다.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Q77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테이블은?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trucks, containers, gate_logs, loading_records, overload_checks, accounts, companies, notifications 등입니다.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Q78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과적 검사 테이블에 무엇이 저장되나요?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축별·좌우 무게, 총중량, 적재중량, 최대적재량, 위반 여부와 사유, 재계량 횟수, 최종 통과 여부, 게이트 기록 ID입니다.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370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Q79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응답은 어떻게 처리하나요?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예외 처리로 400/404/409를 일관된 형식으로 돌려줍니다.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340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Q80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계정은 어떻게 만드나요?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2414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서버가 처음 켜질 때 관리자 계정을 자동으로 생성합니다.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트러블슈팅 · 테스트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트러블슈팅 · 테스트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Q81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어려웠던 문제는?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출차 통제였습니다. 화면, OCR 서버, DB 기록이 서로 맞아야 해서 재시작·재방문 같은 예외 상황을 많이 다뤘습니다.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Q82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과적 차량이 출차되던 문제는?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출차 조건에 과적 결과가 빠져 있었습니다. 화면과 서버 두 곳에 조건을 추가했습니다.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Q83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차량이 두 번 계량되던 문제는?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대기열이 출차 기록까지 가져왔습니다. 출차·이미 계량한 차량을 제외했습니다.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370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Q84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총중량에 컨테이너 무게가 빠졌던 문제는?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트럭만 계산했었습니다. 트럭 + 컨테이너 자중 + 화물 구조로 바꾸고 적재중량도 저장했습니다.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340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Q85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 코드 병합에서 문제는?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2414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폴더가 둘로 나뉘고 파일 줄바꿈이 깨졌습니다. 기능별로 비교해 하나로 합치고 검증했습니다.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트러블슈팅 · 테스트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트러블슈팅 · 테스트 (2)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Q86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테스트는 어떻게 했나요?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번호판은 폴더 단위 일괄 테스트로 인식률을 측정했고, 기능은 QA 체크리스트로 시나리오 테스트를 했습니다.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Q87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QA에서 발견한 이슈 수는?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QA에서 10건을 발견해 8건을 조치했고 2건은 원인 확인 중입니다.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Q88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성능 측정은?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한 장 인식에 [수치]초 정도 걸립니다. (GPU/CPU 환경 명시)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370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Q89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로그는 어떻게 남기나요?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OCR 서버는 인식 결과·매칭·저장 여부를 로그로 남기고, 모든 게이트·계량 결과는 DB에 기록됩니다.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340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Q90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중 장애가 나면?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2414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 재실행 순서와 복구 방법을 정리해 두었고, 백업 시연 영상을 준비했습니다.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한계 · 향후 계획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한계 · 향후 계획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Q91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큰 한계는?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축중기와 게이트 카메라가 연결되지 않아 무게와 사진 입력이 시뮬레이션이라는 점입니다.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Q92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장비를 붙이려면?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서버는 축별 무게만 받아 판정하므로, 축중기 측정값을 같은 형식으로 보내면 나머지는 그대로 동작합니다.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Q93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 실시간 연동은?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카메라가 수신 폴더에 사진을 저장하게 하거나, 스트림에서 프레임을 받아 /scan을 호출하도록 확장할 수 있습니다.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370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Q94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확장성은?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OCR 서버를 게이트별로 늘리고, 폴링을 WebSocket/SSE로 바꾸면 더 많은 게이트를 처리할 수 있습니다.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340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Q95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보안 측면 개선점은?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2414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OCR 서버 계정 분리, HTTPS 적용, 서버 간 인증을 토큰 방식으로 바꾸는 것입니다.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한계 · 향후 계획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84B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한계 · 향후 계획 (2)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630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Q96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인식률을 더 높이려면?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야간·우천·각도 다양한 사진을 추가 학습하고, 오인식 사례를 계속 재학습에 반영하겠습니다.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4323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Q97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323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기사용 기능을 더 한다면?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163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과적·출차 결과를 모바일 알림으로 바로 보내는 기능을 계획하고 있습니다.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328416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Q98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다시 한다면 무엇을 바꾸겠나요?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85616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초기에 API 규격과 시연 시나리오를 먼저 정하고, 데이터 흐름을 문서화한 뒤 개발하겠습니다.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2920" y="4370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Q99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708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프로젝트로 배운 점은?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75488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모델 하나보다 데이터·서버·화면이 맞물리는 전체 흐름을 설계하는 것이 더 중요하다는 점입니다.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5266944"/>
            <a:ext cx="11155680" cy="0"/>
          </a:xfrm>
          <a:prstGeom prst="line">
            <a:avLst/>
          </a:prstGeom>
          <a:noFill/>
          <a:ln w="9525">
            <a:solidFill>
              <a:srgbClr val="E3E8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534009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C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Q100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34009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284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상용화 가능성은?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72414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판정·통제 로직은 실제 장비 연동만으로 확장 가능합니다. 현장 데이터 검증이 다음 단계입니다.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 Cargo  ·  예상 질문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 Cargo 예상 질문 100</dc:title>
  <dc:subject>PptxGenJS Presentation</dc:subject>
  <dc:creator>PptxGenJS</dc:creator>
  <cp:lastModifiedBy>PptxGenJS</cp:lastModifiedBy>
  <cp:revision>1</cp:revision>
  <dcterms:created xsi:type="dcterms:W3CDTF">2026-10-06T09:46:38Z</dcterms:created>
  <dcterms:modified xsi:type="dcterms:W3CDTF">2026-10-06T09:46:38Z</dcterms:modified>
</cp:coreProperties>
</file>