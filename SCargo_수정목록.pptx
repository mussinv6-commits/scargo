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3ea0d92-c3fc-48f0-b58d-3bf405499199}">
          <p14:sldIdLst>
            <p14:sldId id="256"/>
          </p14:sldIdLst>
        </p14:section>
        <p14:section name="요약" id="{a69ea173-2c73-e117-b33c-6246b0ff537a}">
          <p14:sldIdLst>
            <p14:sldId id="257"/>
          </p14:sldIdLst>
        </p14:section>
        <p14:section name="Python" id="{07e87bca-a9de-5062-e7b7-41345add26cc}">
          <p14:sldIdLst>
            <p14:sldId id="258"/>
          </p14:sldIdLst>
        </p14:section>
        <p14:section name="Backend" id="{dc1093b9-c438-cf97-93ac-ab0cdd35fef2}">
          <p14:sldIdLst>
            <p14:sldId id="259"/>
            <p14:sldId id="260"/>
          </p14:sldIdLst>
        </p14:section>
        <p14:section name="Frontend" id="{2f7f2c7c-9229-3bc9-129f-a4e284675349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E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SCargo 수정 목록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기존 코드에서 어디를 고쳤는가 — 파이썬 · 백엔드 · 프론트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</a:rPr>
              <a:t>2026.10.01 ~ 10.06  ·  기준: 최종파일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한눈에 보기</a:t>
            </a:r>
            <a:endParaRPr lang="en-US" sz="3000" dirty="0"/>
          </a:p>
        </p:txBody>
      </p:sp>
      <p:sp>
        <p:nvSpPr>
          <p:cNvPr id="3" name="h0"/>
          <p:cNvSpPr/>
          <p:nvPr/>
        </p:nvSpPr>
        <p:spPr>
          <a:xfrm>
            <a:off x="548640" y="1325880"/>
            <a:ext cx="3474720" cy="6858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Python  ·  1개 파일</a:t>
            </a:r>
            <a:endParaRPr lang="en-US" sz="1700" dirty="0"/>
          </a:p>
        </p:txBody>
      </p:sp>
      <p:sp>
        <p:nvSpPr>
          <p:cNvPr id="5" name="b0"/>
          <p:cNvSpPr/>
          <p:nvPr/>
        </p:nvSpPr>
        <p:spPr>
          <a:xfrm>
            <a:off x="548640" y="2148840"/>
            <a:ext cx="34747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gate_api.py</a:t>
            </a:r>
            <a:endParaRPr lang="en-US" sz="1400" dirty="0"/>
          </a:p>
        </p:txBody>
      </p:sp>
      <p:sp>
        <p:nvSpPr>
          <p:cNvPr id="7" name="h1"/>
          <p:cNvSpPr/>
          <p:nvPr/>
        </p:nvSpPr>
        <p:spPr>
          <a:xfrm>
            <a:off x="4343400" y="1325880"/>
            <a:ext cx="347472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325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Backend  ·  8개 파일 (신규 2)</a:t>
            </a:r>
            <a:endParaRPr lang="en-US" sz="1700" dirty="0"/>
          </a:p>
        </p:txBody>
      </p:sp>
      <p:sp>
        <p:nvSpPr>
          <p:cNvPr id="9" name="b1"/>
          <p:cNvSpPr/>
          <p:nvPr/>
        </p:nvSpPr>
        <p:spPr>
          <a:xfrm>
            <a:off x="4343400" y="2148840"/>
            <a:ext cx="34747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3317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WeighbridgeService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WeighbridgeController · RouteService(신규)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OverloadCheckRepository · WeighingRequest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SecurityConfig · application.yml</a:t>
            </a:r>
            <a:endParaRPr lang="en-US" sz="1400" dirty="0"/>
          </a:p>
        </p:txBody>
      </p:sp>
      <p:sp>
        <p:nvSpPr>
          <p:cNvPr id="11" name="h2"/>
          <p:cNvSpPr/>
          <p:nvPr/>
        </p:nvSpPr>
        <p:spPr>
          <a:xfrm>
            <a:off x="8138160" y="1325880"/>
            <a:ext cx="347472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325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Frontend  ·  9개 파일 (신규 1)</a:t>
            </a:r>
            <a:endParaRPr lang="en-US" sz="1700" dirty="0"/>
          </a:p>
        </p:txBody>
      </p:sp>
      <p:sp>
        <p:nvSpPr>
          <p:cNvPr id="13" name="b2"/>
          <p:cNvSpPr/>
          <p:nvPr/>
        </p:nvSpPr>
        <p:spPr>
          <a:xfrm>
            <a:off x="8138160" y="2148840"/>
            <a:ext cx="34747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3317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GateDemo.vue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AdminWeighbridge.vue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WeighbridgeRouteMap.vue(신규)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adminApi · 메뉴 · 대시보드 · 과적목록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날짜: 10/01 검사소 정식화 · 10/02 과적/출차 로직 · 10/06 목록 동기화 · 로그인 · 디자인 정리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 — python/gate_api.py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Python</a:t>
            </a:r>
            <a:endParaRPr lang="en-US" sz="1300" dirty="0"/>
          </a:p>
        </p:txBody>
      </p:sp>
      <p:graphicFrame>
        <p:nvGraphicFramePr>
          <p:cNvPr id="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694944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위치 (함수)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날짜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_dedupe_watch_dir()  [신규]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서버 시작 시 게이트_수신함의 중복 사진 정리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_find_entry_photo()  [신규]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EXIT 때 입차 사진을 processed → 수신함 → failed 순으로 다시 찾기 (재시작 후 사진 유실 대응)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_recycle_processed()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아직 출차 안 한 차량의 입차 사진은 재활용하지 않음, 파일명 규칙 정리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scan() — EXIT 분기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메모리에 사진 없으면 폴더 재검색, 사진 주소를 감시 폴더 기준으로 생성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_overload_passed()  [신규]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DB에서 이번 입차 이후 최신 과적 검사 조회 → is_violation 기준 통과 여부 판단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scan() — EXIT 분기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과적 미통과 차량은 409 "과적 검사 통과 차량만 게이트아웃" 거부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_state["entry_times"]  [신규]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ENTRY 성공 시 입차 시각 기억, EXIT 완료 시 삭제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Backend — 검사소 · 과적 판정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</a:t>
            </a:r>
            <a:endParaRPr lang="en-US" sz="1300" dirty="0"/>
          </a:p>
        </p:txBody>
      </p:sp>
      <p:graphicFrame>
        <p:nvGraphicFramePr>
          <p:cNvPr id="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5120640"/>
                <a:gridCol w="10058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위치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날짜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WeighbridgeService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getQueue()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출차(EXIT) 기록 · 이번 방문에 이미 계량한 차량은 대기열에서 제외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WeighbridgeService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weigh()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출차 차량 · 중복 계량 409 거부, 적재중량(vgmWeight) 저장, 컨테이너 자동 조회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10/01~02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WeighbridgeService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judge() · describe()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적재중량 &gt; 최대적재량 × 1.1 이면 위반(PAYLOAD) 추가, 사유 문구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WeighbridgeService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reweigh()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재계량도 적재중량 기준 포함해 판정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OverloadCheckRepository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메서드 추가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existsByVehicleNoAndCheckedAtGreaterThanEqual (이번 방문 계량 여부)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WeighingRequest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필드 추가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vgmWeightKg (컨테이너 자중 + 화물)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WeighbridgeController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 /route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지도 경로 API 추가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WeighbridgeRouteService · RouteResponse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[신규]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게이트 → 검사소 → 목적지 좌표 계산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Backend — 보안 · 설정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</a:t>
            </a:r>
            <a:endParaRPr lang="en-US" sz="1300" dirty="0"/>
          </a:p>
        </p:txBody>
      </p:sp>
      <p:graphicFrame>
        <p:nvGraphicFramePr>
          <p:cNvPr id="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3840480"/>
                <a:gridCol w="10058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위치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날짜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SecurityConfig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authorizeHttpRequests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/error 허용 (오류가 로그인 실패처럼 보이던 문제)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10/01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SecurityConfig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exceptionHandling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미인증은 로그인 페이지 리다이렉트 대신 401 응답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10/01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application.yml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server.servlet.session.persistent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false — 재시작 시 세션 복원 오류 방지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10/01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application.yml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server.servlet.session.timeout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12h — 로그인 30분 만료 방지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application.yml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spring.devtools.restart.enabled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false — 자동 재시작으로 로그인 풀리던 문제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Weighbridge* (주석 · 문자열)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명칭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계중대 → 검사소 (지도 지점명 "검사소 WB-01", 용도 "검사소 계량")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Frontend — GateDemo.vue (게이트 OCR)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Frontend</a:t>
            </a:r>
            <a:endParaRPr lang="en-US" sz="1300" dirty="0"/>
          </a:p>
        </p:txBody>
      </p:sp>
      <p:graphicFrame>
        <p:nvGraphicFramePr>
          <p:cNvPr id="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0350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위치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날짜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템플릿 상단 버튼 영역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게이트인 버튼 항상 활성 + 구내 차량 목록(차량별 상태 · 게이트아웃 · ✕)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yardVehicles · canExit() · yardStateText()  [신규]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상하차 COMPLETED + 과적 통과일 때만 게이트아웃 활성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fetchOverload() · fetchLoadingMap()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이번 입차 이후 과적 기록만 / 차량별 최신 상하차 기록만 사용, is_violation 기준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syncYardFromLogs()  [신규]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구내 차량 목록을 DB 게이트 기록으로 동기화 (ENTRY=구내, EXIT=제외)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removeYard(v, true) · yardHidden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✕로 지운 차량은 다시 게이트인하기 전까지 숨김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제목 영역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AdminPageHeader 공통 컴포넌트로 교체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CSS .gate-page · .gate-photo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화면 폭 꽉 채움, 사진 최대 높이 460px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CSS 글꼴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글자 크기 12/13/14px 통일, 섹션 제목 16px, 표 14px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실시간 기록 설명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"3초마다 갱신됩니다."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Frontend — AdminWeighbridge.vue (검사소 계량)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Frontend</a:t>
            </a:r>
            <a:endParaRPr lang="en-US" sz="1300" dirty="0"/>
          </a:p>
        </p:txBody>
      </p:sp>
      <p:graphicFrame>
        <p:nvGraphicFramePr>
          <p:cNvPr id="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6751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위치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날짜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simulateTargets()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총중량 = 트럭 자중 + 컨테이너 자중 + 화물, 화물은 차량 최대적재량 × 랜덤 적재율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weightBreakdown  [신규]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트럭 / 컨테이너 / 화물 무게 구성 표시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save() 요청 body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vgmWeightKg(적재중량) 함께 전송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판정 결과 표시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적재중량(PAYLOAD) 위반 문구 추가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loadRecords()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오늘 기록 + 미통과 과적 기록(차량당 최신 1건) 함께 표시 → 재계량 가능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hhmm()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지난날 기록은 날짜도 표시 (예: 10/2 16:35)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기록 표 CSS .wb-table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가운데 정렬, 행 높이 60px 고정, 사유 말줄임 + 툴팁, 열 너비 고정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미니 플레이어 (wb-pip*)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경로 지도 미니 팝업, 클래스명 충돌(wb-mini) 해결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CSS 글꼴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글자 크기 12/13/14px 통일, 숫자 글꼴 대체 설정 통일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Frontend — 기타 파일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Frontend</a:t>
            </a:r>
            <a:endParaRPr lang="en-US" sz="13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5120640"/>
                <a:gridCol w="10058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위치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수정 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날짜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WeighbridgeRouteMap.vue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[신규]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Leaflet 경로 지도, 트럭 이미지 이동 애니메이션 (assets/weighbridge/truck_route.png 추가)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adminApi.js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응답 인터셉터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401이면 화면 로그인 정보 삭제 후 로그인 화면으로 이동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adminMenu.js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메뉴 항목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게이트 OCR을 관리자 메뉴로 이동, "계중대 계량" → "검사소 계량"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10/01~06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router/admin/admin.js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라우트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/admin/gate-ocr, /admin/weighbridge 추가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10/01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AdminDashboard.vue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섹션 제목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"계중대 검사" → "검사소 계량"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10/06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AdminOverloadChecks.vue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목록 컬럼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적재중량(kg) 열 추가 (최대적재량과 비교용)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10/02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Cargo">
  <a:themeElements>
    <a:clrScheme name="SafeCargo">
      <a:dk1>
        <a:srgbClr val="1B2333"/>
      </a:dk1>
      <a:lt1>
        <a:srgbClr val="FFFFFF"/>
      </a:lt1>
      <a:dk2>
        <a:srgbClr val="14284B"/>
      </a:dk2>
      <a:lt2>
        <a:srgbClr val="EEF2F8"/>
      </a:lt2>
      <a:accent1>
        <a:srgbClr val="F28C28"/>
      </a:accent1>
      <a:accent2>
        <a:srgbClr val="1F6FB2"/>
      </a:accent2>
      <a:accent3>
        <a:srgbClr val="2E8B57"/>
      </a:accent3>
      <a:accent4>
        <a:srgbClr val="7B4FB0"/>
      </a:accent4>
      <a:accent5>
        <a:srgbClr val="5B6B84"/>
      </a:accent5>
      <a:accent6>
        <a:srgbClr val="FCE7D2"/>
      </a:accent6>
      <a:hlink>
        <a:srgbClr val="1F5FAF"/>
      </a:hlink>
      <a:folHlink>
        <a:srgbClr val="6B4FA0"/>
      </a:folHlink>
    </a:clrScheme>
    <a:fontScheme name="SafeCarg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SCargo 수정 목록</dc:title>
  <dc:subject>PptxGenJS Presentation</dc:subject>
  <dc:creator>PptxGenJS</dc:creator>
  <cp:lastModifiedBy>PptxGenJS</cp:lastModifiedBy>
  <cp:revision>1</cp:revision>
  <dcterms:created xsi:type="dcterms:W3CDTF">2026-10-06T02:20:25Z</dcterms:created>
  <dcterms:modified xsi:type="dcterms:W3CDTF">2026-10-06T02:20:25Z</dcterms:modified>
</cp:coreProperties>
</file>