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02  시스템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4B"/>
                </a:solidFill>
              </a:rPr>
              <a:t>기술 스택</a:t>
            </a:r>
            <a:endParaRPr lang="en-US" sz="3200" dirty="0"/>
          </a:p>
        </p:txBody>
      </p:sp>
      <p:sp>
        <p:nvSpPr>
          <p:cNvPr id="4" name="label-Frontend"/>
          <p:cNvSpPr txBox="1"/>
          <p:nvPr/>
        </p:nvSpPr>
        <p:spPr>
          <a:xfrm>
            <a:off x="457200" y="1325880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4B"/>
                </a:solidFill>
              </a:rPr>
              <a:t>Frontend</a:t>
            </a:r>
            <a:endParaRPr lang="en-US" sz="1700" dirty="0"/>
          </a:p>
        </p:txBody>
      </p:sp>
      <p:pic>
        <p:nvPicPr>
          <p:cNvPr id="5" name="logo-Vue 3" descr="Vue 3 로고 자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0340" y="1399032"/>
            <a:ext cx="502920" cy="502920"/>
          </a:xfrm>
          <a:prstGeom prst="rect">
            <a:avLst/>
          </a:prstGeom>
        </p:spPr>
      </p:pic>
      <p:sp>
        <p:nvSpPr>
          <p:cNvPr id="6" name="name-Vue 3"/>
          <p:cNvSpPr txBox="1"/>
          <p:nvPr/>
        </p:nvSpPr>
        <p:spPr>
          <a:xfrm>
            <a:off x="2286000" y="1929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Vue 3</a:t>
            </a:r>
            <a:endParaRPr lang="en-US" sz="1050" dirty="0"/>
          </a:p>
        </p:txBody>
      </p:sp>
      <p:pic>
        <p:nvPicPr>
          <p:cNvPr id="7" name="logo-Vite" descr="Vite 로고 자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399032"/>
            <a:ext cx="502920" cy="502920"/>
          </a:xfrm>
          <a:prstGeom prst="rect">
            <a:avLst/>
          </a:prstGeom>
        </p:spPr>
      </p:pic>
      <p:sp>
        <p:nvSpPr>
          <p:cNvPr id="8" name="name-Vite"/>
          <p:cNvSpPr txBox="1"/>
          <p:nvPr/>
        </p:nvSpPr>
        <p:spPr>
          <a:xfrm>
            <a:off x="3657600" y="1929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Vite</a:t>
            </a:r>
            <a:endParaRPr lang="en-US" sz="1050" dirty="0"/>
          </a:p>
        </p:txBody>
      </p:sp>
      <p:pic>
        <p:nvPicPr>
          <p:cNvPr id="9" name="logo-Vue Router" descr="Vue Router 로고 자리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399032"/>
            <a:ext cx="502920" cy="502920"/>
          </a:xfrm>
          <a:prstGeom prst="rect">
            <a:avLst/>
          </a:prstGeom>
        </p:spPr>
      </p:pic>
      <p:sp>
        <p:nvSpPr>
          <p:cNvPr id="10" name="name-Vue Router"/>
          <p:cNvSpPr txBox="1"/>
          <p:nvPr/>
        </p:nvSpPr>
        <p:spPr>
          <a:xfrm>
            <a:off x="5029200" y="1929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Vue Router</a:t>
            </a:r>
            <a:endParaRPr lang="en-US" sz="1050" dirty="0"/>
          </a:p>
        </p:txBody>
      </p:sp>
      <p:pic>
        <p:nvPicPr>
          <p:cNvPr id="11" name="logo-axios" descr="axios 로고 자리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1399032"/>
            <a:ext cx="502920" cy="502920"/>
          </a:xfrm>
          <a:prstGeom prst="rect">
            <a:avLst/>
          </a:prstGeom>
        </p:spPr>
      </p:pic>
      <p:sp>
        <p:nvSpPr>
          <p:cNvPr id="12" name="name-axios"/>
          <p:cNvSpPr txBox="1"/>
          <p:nvPr/>
        </p:nvSpPr>
        <p:spPr>
          <a:xfrm>
            <a:off x="6400800" y="1929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axios</a:t>
            </a:r>
            <a:endParaRPr lang="en-US" sz="1050" dirty="0"/>
          </a:p>
        </p:txBody>
      </p:sp>
      <p:pic>
        <p:nvPicPr>
          <p:cNvPr id="13" name="logo-Bootstrap" descr="Bootstrap 로고 자리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740" y="1399032"/>
            <a:ext cx="502920" cy="502920"/>
          </a:xfrm>
          <a:prstGeom prst="rect">
            <a:avLst/>
          </a:prstGeom>
        </p:spPr>
      </p:pic>
      <p:sp>
        <p:nvSpPr>
          <p:cNvPr id="14" name="name-Bootstrap"/>
          <p:cNvSpPr txBox="1"/>
          <p:nvPr/>
        </p:nvSpPr>
        <p:spPr>
          <a:xfrm>
            <a:off x="7772400" y="1929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Bootstrap</a:t>
            </a:r>
            <a:endParaRPr lang="en-US" sz="1050" dirty="0"/>
          </a:p>
        </p:txBody>
      </p:sp>
      <p:pic>
        <p:nvPicPr>
          <p:cNvPr id="15" name="logo-Leaflet" descr="Leaflet 로고 자리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8340" y="1399032"/>
            <a:ext cx="502920" cy="502920"/>
          </a:xfrm>
          <a:prstGeom prst="rect">
            <a:avLst/>
          </a:prstGeom>
        </p:spPr>
      </p:pic>
      <p:sp>
        <p:nvSpPr>
          <p:cNvPr id="16" name="name-Leaflet"/>
          <p:cNvSpPr txBox="1"/>
          <p:nvPr/>
        </p:nvSpPr>
        <p:spPr>
          <a:xfrm>
            <a:off x="9144000" y="1929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Leaflet</a:t>
            </a:r>
            <a:endParaRPr lang="en-US" sz="1050" dirty="0"/>
          </a:p>
        </p:txBody>
      </p:sp>
      <p:sp>
        <p:nvSpPr>
          <p:cNvPr id="17" name="rule-0"/>
          <p:cNvSpPr/>
          <p:nvPr/>
        </p:nvSpPr>
        <p:spPr>
          <a:xfrm>
            <a:off x="457200" y="2176272"/>
            <a:ext cx="1124712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8" name="label-Backend"/>
          <p:cNvSpPr txBox="1"/>
          <p:nvPr/>
        </p:nvSpPr>
        <p:spPr>
          <a:xfrm>
            <a:off x="457200" y="2176272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4B"/>
                </a:solidFill>
              </a:rPr>
              <a:t>Backend</a:t>
            </a:r>
            <a:endParaRPr lang="en-US" sz="1700" dirty="0"/>
          </a:p>
        </p:txBody>
      </p:sp>
      <p:pic>
        <p:nvPicPr>
          <p:cNvPr id="19" name="logo-Java 17" descr="Java 17 로고 자리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0340" y="2249424"/>
            <a:ext cx="502920" cy="502920"/>
          </a:xfrm>
          <a:prstGeom prst="rect">
            <a:avLst/>
          </a:prstGeom>
        </p:spPr>
      </p:pic>
      <p:sp>
        <p:nvSpPr>
          <p:cNvPr id="20" name="name-Java 17"/>
          <p:cNvSpPr txBox="1"/>
          <p:nvPr/>
        </p:nvSpPr>
        <p:spPr>
          <a:xfrm>
            <a:off x="2286000" y="2779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Java 17</a:t>
            </a:r>
            <a:endParaRPr lang="en-US" sz="1050" dirty="0"/>
          </a:p>
        </p:txBody>
      </p:sp>
      <p:pic>
        <p:nvPicPr>
          <p:cNvPr id="21" name="logo-Spring Boot 3.3" descr="Spring Boot 3.3 로고 자리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1940" y="2249424"/>
            <a:ext cx="502920" cy="502920"/>
          </a:xfrm>
          <a:prstGeom prst="rect">
            <a:avLst/>
          </a:prstGeom>
        </p:spPr>
      </p:pic>
      <p:sp>
        <p:nvSpPr>
          <p:cNvPr id="22" name="name-Spring Boot 3.3"/>
          <p:cNvSpPr txBox="1"/>
          <p:nvPr/>
        </p:nvSpPr>
        <p:spPr>
          <a:xfrm>
            <a:off x="3657600" y="2779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Spring Boot 3.3</a:t>
            </a:r>
            <a:endParaRPr lang="en-US" sz="1050" dirty="0"/>
          </a:p>
        </p:txBody>
      </p:sp>
      <p:pic>
        <p:nvPicPr>
          <p:cNvPr id="23" name="logo-Spring Security" descr="Spring Security 로고 자리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3540" y="2249424"/>
            <a:ext cx="502920" cy="502920"/>
          </a:xfrm>
          <a:prstGeom prst="rect">
            <a:avLst/>
          </a:prstGeom>
        </p:spPr>
      </p:pic>
      <p:sp>
        <p:nvSpPr>
          <p:cNvPr id="24" name="name-Spring Security"/>
          <p:cNvSpPr txBox="1"/>
          <p:nvPr/>
        </p:nvSpPr>
        <p:spPr>
          <a:xfrm>
            <a:off x="5029200" y="2779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Spring Security</a:t>
            </a:r>
            <a:endParaRPr lang="en-US" sz="1050" dirty="0"/>
          </a:p>
        </p:txBody>
      </p:sp>
      <p:pic>
        <p:nvPicPr>
          <p:cNvPr id="25" name="logo-Spring Data JPA" descr="Spring Data JPA 로고 자리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5140" y="2249424"/>
            <a:ext cx="502920" cy="502920"/>
          </a:xfrm>
          <a:prstGeom prst="rect">
            <a:avLst/>
          </a:prstGeom>
        </p:spPr>
      </p:pic>
      <p:sp>
        <p:nvSpPr>
          <p:cNvPr id="26" name="name-Spring Data JPA"/>
          <p:cNvSpPr txBox="1"/>
          <p:nvPr/>
        </p:nvSpPr>
        <p:spPr>
          <a:xfrm>
            <a:off x="6400800" y="2779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Spring Data JPA</a:t>
            </a:r>
            <a:endParaRPr lang="en-US" sz="1050" dirty="0"/>
          </a:p>
        </p:txBody>
      </p:sp>
      <p:pic>
        <p:nvPicPr>
          <p:cNvPr id="27" name="logo-QueryDSL" descr="QueryDSL 로고 자리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6740" y="2249424"/>
            <a:ext cx="502920" cy="502920"/>
          </a:xfrm>
          <a:prstGeom prst="rect">
            <a:avLst/>
          </a:prstGeom>
        </p:spPr>
      </p:pic>
      <p:sp>
        <p:nvSpPr>
          <p:cNvPr id="28" name="name-QueryDSL"/>
          <p:cNvSpPr txBox="1"/>
          <p:nvPr/>
        </p:nvSpPr>
        <p:spPr>
          <a:xfrm>
            <a:off x="7772400" y="2779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QueryDSL</a:t>
            </a:r>
            <a:endParaRPr lang="en-US" sz="1050" dirty="0"/>
          </a:p>
        </p:txBody>
      </p:sp>
      <p:pic>
        <p:nvPicPr>
          <p:cNvPr id="29" name="logo-Gradle" descr="Gradle 로고 자리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78340" y="2249424"/>
            <a:ext cx="502920" cy="502920"/>
          </a:xfrm>
          <a:prstGeom prst="rect">
            <a:avLst/>
          </a:prstGeom>
        </p:spPr>
      </p:pic>
      <p:sp>
        <p:nvSpPr>
          <p:cNvPr id="30" name="name-Gradle"/>
          <p:cNvSpPr txBox="1"/>
          <p:nvPr/>
        </p:nvSpPr>
        <p:spPr>
          <a:xfrm>
            <a:off x="9144000" y="2779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Gradle</a:t>
            </a:r>
            <a:endParaRPr lang="en-US" sz="1050" dirty="0"/>
          </a:p>
        </p:txBody>
      </p:sp>
      <p:sp>
        <p:nvSpPr>
          <p:cNvPr id="31" name="rule-1"/>
          <p:cNvSpPr/>
          <p:nvPr/>
        </p:nvSpPr>
        <p:spPr>
          <a:xfrm>
            <a:off x="457200" y="3026664"/>
            <a:ext cx="1124712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32" name="label-Database"/>
          <p:cNvSpPr txBox="1"/>
          <p:nvPr/>
        </p:nvSpPr>
        <p:spPr>
          <a:xfrm>
            <a:off x="457200" y="3026664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4B"/>
                </a:solidFill>
              </a:rPr>
              <a:t>Database</a:t>
            </a:r>
            <a:endParaRPr lang="en-US" sz="1700" dirty="0"/>
          </a:p>
        </p:txBody>
      </p:sp>
      <p:pic>
        <p:nvPicPr>
          <p:cNvPr id="33" name="logo-PostgreSQL" descr="PostgreSQL 로고 자리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20340" y="3099816"/>
            <a:ext cx="502920" cy="502920"/>
          </a:xfrm>
          <a:prstGeom prst="rect">
            <a:avLst/>
          </a:prstGeom>
        </p:spPr>
      </p:pic>
      <p:sp>
        <p:nvSpPr>
          <p:cNvPr id="34" name="name-PostgreSQL"/>
          <p:cNvSpPr txBox="1"/>
          <p:nvPr/>
        </p:nvSpPr>
        <p:spPr>
          <a:xfrm>
            <a:off x="2286000" y="3630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PostgreSQL</a:t>
            </a:r>
            <a:endParaRPr lang="en-US" sz="1050" dirty="0"/>
          </a:p>
        </p:txBody>
      </p:sp>
      <p:pic>
        <p:nvPicPr>
          <p:cNvPr id="35" name="logo-pg8000" descr="pg8000 로고 자리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940" y="3099816"/>
            <a:ext cx="502920" cy="502920"/>
          </a:xfrm>
          <a:prstGeom prst="rect">
            <a:avLst/>
          </a:prstGeom>
        </p:spPr>
      </p:pic>
      <p:sp>
        <p:nvSpPr>
          <p:cNvPr id="36" name="name-pg8000"/>
          <p:cNvSpPr txBox="1"/>
          <p:nvPr/>
        </p:nvSpPr>
        <p:spPr>
          <a:xfrm>
            <a:off x="3657600" y="3630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pg8000</a:t>
            </a:r>
            <a:endParaRPr lang="en-US" sz="1050" dirty="0"/>
          </a:p>
        </p:txBody>
      </p:sp>
      <p:sp>
        <p:nvSpPr>
          <p:cNvPr id="37" name="rule-2"/>
          <p:cNvSpPr/>
          <p:nvPr/>
        </p:nvSpPr>
        <p:spPr>
          <a:xfrm>
            <a:off x="457200" y="3877056"/>
            <a:ext cx="1124712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38" name="label-AI"/>
          <p:cNvSpPr txBox="1"/>
          <p:nvPr/>
        </p:nvSpPr>
        <p:spPr>
          <a:xfrm>
            <a:off x="457200" y="3877056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4B"/>
                </a:solidFill>
              </a:rPr>
              <a:t>AI</a:t>
            </a:r>
            <a:endParaRPr lang="en-US" sz="1700" dirty="0"/>
          </a:p>
        </p:txBody>
      </p:sp>
      <p:pic>
        <p:nvPicPr>
          <p:cNvPr id="39" name="logo-Python" descr="Python 로고 자리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20340" y="3950208"/>
            <a:ext cx="502920" cy="502920"/>
          </a:xfrm>
          <a:prstGeom prst="rect">
            <a:avLst/>
          </a:prstGeom>
        </p:spPr>
      </p:pic>
      <p:sp>
        <p:nvSpPr>
          <p:cNvPr id="40" name="name-Python"/>
          <p:cNvSpPr txBox="1"/>
          <p:nvPr/>
        </p:nvSpPr>
        <p:spPr>
          <a:xfrm>
            <a:off x="2286000" y="4480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Python</a:t>
            </a:r>
            <a:endParaRPr lang="en-US" sz="1050" dirty="0"/>
          </a:p>
        </p:txBody>
      </p:sp>
      <p:pic>
        <p:nvPicPr>
          <p:cNvPr id="41" name="logo-YOLO11" descr="YOLO11 로고 자리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91940" y="3950208"/>
            <a:ext cx="502920" cy="502920"/>
          </a:xfrm>
          <a:prstGeom prst="rect">
            <a:avLst/>
          </a:prstGeom>
        </p:spPr>
      </p:pic>
      <p:sp>
        <p:nvSpPr>
          <p:cNvPr id="42" name="name-YOLO11"/>
          <p:cNvSpPr txBox="1"/>
          <p:nvPr/>
        </p:nvSpPr>
        <p:spPr>
          <a:xfrm>
            <a:off x="3657600" y="4480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YOLO11</a:t>
            </a:r>
            <a:endParaRPr lang="en-US" sz="1050" dirty="0"/>
          </a:p>
        </p:txBody>
      </p:sp>
      <p:pic>
        <p:nvPicPr>
          <p:cNvPr id="43" name="logo-CRNN + CTC" descr="CRNN + CTC 로고 자리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63540" y="3950208"/>
            <a:ext cx="502920" cy="502920"/>
          </a:xfrm>
          <a:prstGeom prst="rect">
            <a:avLst/>
          </a:prstGeom>
        </p:spPr>
      </p:pic>
      <p:sp>
        <p:nvSpPr>
          <p:cNvPr id="44" name="name-CRNN + CTC"/>
          <p:cNvSpPr txBox="1"/>
          <p:nvPr/>
        </p:nvSpPr>
        <p:spPr>
          <a:xfrm>
            <a:off x="5029200" y="4480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CRNN + CTC</a:t>
            </a:r>
            <a:endParaRPr lang="en-US" sz="1050" dirty="0"/>
          </a:p>
        </p:txBody>
      </p:sp>
      <p:pic>
        <p:nvPicPr>
          <p:cNvPr id="45" name="logo-PyTorch · CUDA" descr="PyTorch · CUDA 로고 자리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35140" y="3950208"/>
            <a:ext cx="502920" cy="502920"/>
          </a:xfrm>
          <a:prstGeom prst="rect">
            <a:avLst/>
          </a:prstGeom>
        </p:spPr>
      </p:pic>
      <p:sp>
        <p:nvSpPr>
          <p:cNvPr id="46" name="name-PyTorch · CUDA"/>
          <p:cNvSpPr txBox="1"/>
          <p:nvPr/>
        </p:nvSpPr>
        <p:spPr>
          <a:xfrm>
            <a:off x="6400800" y="4480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PyTorch · CUDA</a:t>
            </a:r>
            <a:endParaRPr lang="en-US" sz="1050" dirty="0"/>
          </a:p>
        </p:txBody>
      </p:sp>
      <p:pic>
        <p:nvPicPr>
          <p:cNvPr id="47" name="logo-OpenCV" descr="OpenCV 로고 자리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06740" y="3950208"/>
            <a:ext cx="502920" cy="502920"/>
          </a:xfrm>
          <a:prstGeom prst="rect">
            <a:avLst/>
          </a:prstGeom>
        </p:spPr>
      </p:pic>
      <p:sp>
        <p:nvSpPr>
          <p:cNvPr id="48" name="name-OpenCV"/>
          <p:cNvSpPr txBox="1"/>
          <p:nvPr/>
        </p:nvSpPr>
        <p:spPr>
          <a:xfrm>
            <a:off x="7772400" y="4480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OpenCV</a:t>
            </a:r>
            <a:endParaRPr lang="en-US" sz="1050" dirty="0"/>
          </a:p>
        </p:txBody>
      </p:sp>
      <p:pic>
        <p:nvPicPr>
          <p:cNvPr id="49" name="logo-FastAPI" descr="FastAPI 로고 자리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78340" y="3950208"/>
            <a:ext cx="502920" cy="502920"/>
          </a:xfrm>
          <a:prstGeom prst="rect">
            <a:avLst/>
          </a:prstGeom>
        </p:spPr>
      </p:pic>
      <p:sp>
        <p:nvSpPr>
          <p:cNvPr id="50" name="name-FastAPI"/>
          <p:cNvSpPr txBox="1"/>
          <p:nvPr/>
        </p:nvSpPr>
        <p:spPr>
          <a:xfrm>
            <a:off x="9144000" y="4480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FastAPI</a:t>
            </a:r>
            <a:endParaRPr lang="en-US" sz="1050" dirty="0"/>
          </a:p>
        </p:txBody>
      </p:sp>
      <p:pic>
        <p:nvPicPr>
          <p:cNvPr id="51" name="logo-Roboflow" descr="Roboflow 로고 자리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49940" y="3950208"/>
            <a:ext cx="502920" cy="502920"/>
          </a:xfrm>
          <a:prstGeom prst="rect">
            <a:avLst/>
          </a:prstGeom>
        </p:spPr>
      </p:pic>
      <p:sp>
        <p:nvSpPr>
          <p:cNvPr id="52" name="name-Roboflow"/>
          <p:cNvSpPr txBox="1"/>
          <p:nvPr/>
        </p:nvSpPr>
        <p:spPr>
          <a:xfrm>
            <a:off x="10515600" y="4480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Roboflow</a:t>
            </a:r>
            <a:endParaRPr lang="en-US" sz="1050" dirty="0"/>
          </a:p>
        </p:txBody>
      </p:sp>
      <p:sp>
        <p:nvSpPr>
          <p:cNvPr id="53" name="rule-3"/>
          <p:cNvSpPr/>
          <p:nvPr/>
        </p:nvSpPr>
        <p:spPr>
          <a:xfrm>
            <a:off x="457200" y="4727448"/>
            <a:ext cx="1124712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54" name="label-External"/>
          <p:cNvSpPr txBox="1"/>
          <p:nvPr/>
        </p:nvSpPr>
        <p:spPr>
          <a:xfrm>
            <a:off x="457200" y="4727448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4B"/>
                </a:solidFill>
              </a:rPr>
              <a:t>External</a:t>
            </a:r>
            <a:endParaRPr lang="en-US" sz="1700" dirty="0"/>
          </a:p>
        </p:txBody>
      </p:sp>
      <p:pic>
        <p:nvPicPr>
          <p:cNvPr id="55" name="logo-OpenStreetMap" descr="OpenStreetMap 로고 자리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20340" y="4800600"/>
            <a:ext cx="502920" cy="502920"/>
          </a:xfrm>
          <a:prstGeom prst="rect">
            <a:avLst/>
          </a:prstGeom>
        </p:spPr>
      </p:pic>
      <p:sp>
        <p:nvSpPr>
          <p:cNvPr id="56" name="name-OpenStreetMap"/>
          <p:cNvSpPr txBox="1"/>
          <p:nvPr/>
        </p:nvSpPr>
        <p:spPr>
          <a:xfrm>
            <a:off x="2286000" y="5330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OpenStreetMap</a:t>
            </a:r>
            <a:endParaRPr lang="en-US" sz="1050" dirty="0"/>
          </a:p>
        </p:txBody>
      </p:sp>
      <p:pic>
        <p:nvPicPr>
          <p:cNvPr id="57" name="logo-OpenWeather API" descr="OpenWeather API 로고 자리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91940" y="4800600"/>
            <a:ext cx="502920" cy="502920"/>
          </a:xfrm>
          <a:prstGeom prst="rect">
            <a:avLst/>
          </a:prstGeom>
        </p:spPr>
      </p:pic>
      <p:sp>
        <p:nvSpPr>
          <p:cNvPr id="58" name="name-OpenWeather API"/>
          <p:cNvSpPr txBox="1"/>
          <p:nvPr/>
        </p:nvSpPr>
        <p:spPr>
          <a:xfrm>
            <a:off x="3657600" y="5330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OpenWeather API</a:t>
            </a:r>
            <a:endParaRPr lang="en-US" sz="1050" dirty="0"/>
          </a:p>
        </p:txBody>
      </p:sp>
      <p:sp>
        <p:nvSpPr>
          <p:cNvPr id="59" name="rule-4"/>
          <p:cNvSpPr/>
          <p:nvPr/>
        </p:nvSpPr>
        <p:spPr>
          <a:xfrm>
            <a:off x="457200" y="5577840"/>
            <a:ext cx="1124712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60" name="label-협업 / 도구"/>
          <p:cNvSpPr txBox="1"/>
          <p:nvPr/>
        </p:nvSpPr>
        <p:spPr>
          <a:xfrm>
            <a:off x="457200" y="5577840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4B"/>
                </a:solidFill>
              </a:rPr>
              <a:t>협업 / 도구</a:t>
            </a:r>
            <a:endParaRPr lang="en-US" sz="1700" dirty="0"/>
          </a:p>
        </p:txBody>
      </p:sp>
      <p:pic>
        <p:nvPicPr>
          <p:cNvPr id="61" name="logo-GitHub" descr="GitHub 로고 자리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20340" y="5650992"/>
            <a:ext cx="502920" cy="502920"/>
          </a:xfrm>
          <a:prstGeom prst="rect">
            <a:avLst/>
          </a:prstGeom>
        </p:spPr>
      </p:pic>
      <p:sp>
        <p:nvSpPr>
          <p:cNvPr id="62" name="name-GitHub"/>
          <p:cNvSpPr txBox="1"/>
          <p:nvPr/>
        </p:nvSpPr>
        <p:spPr>
          <a:xfrm>
            <a:off x="2286000" y="61813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GitHub</a:t>
            </a:r>
            <a:endParaRPr lang="en-US" sz="1050" dirty="0"/>
          </a:p>
        </p:txBody>
      </p:sp>
      <p:pic>
        <p:nvPicPr>
          <p:cNvPr id="63" name="logo-Notion" descr="Notion 로고 자리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91940" y="5650992"/>
            <a:ext cx="502920" cy="502920"/>
          </a:xfrm>
          <a:prstGeom prst="rect">
            <a:avLst/>
          </a:prstGeom>
        </p:spPr>
      </p:pic>
      <p:sp>
        <p:nvSpPr>
          <p:cNvPr id="64" name="name-Notion"/>
          <p:cNvSpPr txBox="1"/>
          <p:nvPr/>
        </p:nvSpPr>
        <p:spPr>
          <a:xfrm>
            <a:off x="3657600" y="61813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</a:rPr>
              <a:t>Notion</a:t>
            </a:r>
            <a:endParaRPr lang="en-US" sz="1050" dirty="0"/>
          </a:p>
        </p:txBody>
      </p:sp>
      <p:sp>
        <p:nvSpPr>
          <p:cNvPr id="65" name="rule-5"/>
          <p:cNvSpPr/>
          <p:nvPr/>
        </p:nvSpPr>
        <p:spPr>
          <a:xfrm>
            <a:off x="457200" y="6428232"/>
            <a:ext cx="1124712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66" name="Text 3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S Cargo  ·  못먹어도 S카고</a:t>
            </a:r>
            <a:endParaRPr lang="en-US" sz="900" dirty="0"/>
          </a:p>
        </p:txBody>
      </p:sp>
      <p:sp>
        <p:nvSpPr>
          <p:cNvPr id="67" name="Text 4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2026-10-06T03:06:31Z</dcterms:created>
  <dcterms:modified xsi:type="dcterms:W3CDTF">2026-10-06T03:06:31Z</dcterms:modified>
</cp:coreProperties>
</file>