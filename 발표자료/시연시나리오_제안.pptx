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3e1c393-d1ed-1e58-d5b4-466357933bf0}">
          <p14:sldIdLst>
            <p14:sldId id="256"/>
          </p14:sldIdLst>
        </p14:section>
        <p14:section name="회고" id="{be7a6b4d-b866-125d-25f2-e993ef68fce5}">
          <p14:sldIdLst>
            <p14:sldId id="257"/>
          </p14:sldIdLst>
        </p14:section>
        <p14:section name="시연 구성" id="{89c81c39-d16c-3795-3b7c-ebe6b536c4cc}">
          <p14:sldIdLst>
            <p14:sldId id="258"/>
            <p14:sldId id="259"/>
          </p14:sldIdLst>
        </p14:section>
        <p14:section name="준비" id="{29a8e722-2854-ae3b-e290-44041783e41d}">
          <p14:sldIdLst>
            <p14:sldId id="260"/>
            <p14:sldId id="261"/>
            <p14:sldId id="262"/>
          </p14:sldIdLst>
        </p14:section>
        <p14:section name="역할" id="{1a83cd50-6015-54da-4128-8092df04cd3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E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시연 시나리오 제안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리허설 회고 · 시연 구성 · 더미 데이터 · 역할 분담 (회의 안건)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</a:rPr>
              <a:t>못먹어도 S카고  ·  2026.10.06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리허설에서 무엇이 문제였나</a:t>
            </a:r>
            <a:endParaRPr lang="en-US" sz="3000" dirty="0"/>
          </a:p>
        </p:txBody>
      </p:sp>
      <p:sp>
        <p:nvSpPr>
          <p:cNvPr id="3" name="r0"/>
          <p:cNvSpPr/>
          <p:nvPr/>
        </p:nvSpPr>
        <p:spPr>
          <a:xfrm>
            <a:off x="548640" y="132588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25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시나리오 없음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325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무엇을 어떤 순서로 보여줄지 정하지 않아 화면을 오가며 즉흥 진행</a:t>
            </a:r>
            <a:endParaRPr lang="en-US" sz="1400" dirty="0"/>
          </a:p>
        </p:txBody>
      </p:sp>
      <p:sp>
        <p:nvSpPr>
          <p:cNvPr id="7" name="r1"/>
          <p:cNvSpPr/>
          <p:nvPr/>
        </p:nvSpPr>
        <p:spPr>
          <a:xfrm>
            <a:off x="548640" y="242316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더미 데이터 없음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4231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연습 기록 · 지난 과적 기록이 섞여 화면이 지저분하고 흐름이 끊김</a:t>
            </a:r>
            <a:endParaRPr lang="en-US" sz="1400" dirty="0"/>
          </a:p>
        </p:txBody>
      </p:sp>
      <p:sp>
        <p:nvSpPr>
          <p:cNvPr id="11" name="r2"/>
          <p:cNvSpPr/>
          <p:nvPr/>
        </p:nvSpPr>
        <p:spPr>
          <a:xfrm>
            <a:off x="548640" y="352044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결과가 랜덤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520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과적 여부가 랜덤이라 보여주고 싶은 장면(과적 차단)이 나올지 모름</a:t>
            </a:r>
            <a:endParaRPr lang="en-US" sz="1400" dirty="0"/>
          </a:p>
        </p:txBody>
      </p:sp>
      <p:sp>
        <p:nvSpPr>
          <p:cNvPr id="15" name="r3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800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617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돌발 상황 대비 없음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617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로그인 풀림 · 대기열 0대 · 사진 없음 등 발생 시 대처 방법 없음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→ "보여줄 장면"을 먼저 정하고, 그 장면이 나오도록 데이터를 맞춘다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시연 구성 — 차량 3대, 역할을 미리 정한다</a:t>
            </a:r>
            <a:endParaRPr lang="en-US" sz="3000" dirty="0"/>
          </a:p>
        </p:txBody>
      </p:sp>
      <p:sp>
        <p:nvSpPr>
          <p:cNvPr id="3" name="c0"/>
          <p:cNvSpPr/>
          <p:nvPr/>
        </p:nvSpPr>
        <p:spPr>
          <a:xfrm>
            <a:off x="548640" y="1325880"/>
            <a:ext cx="3474720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차량 A  ·  정상 차량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01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카고 3축 · 등록</a:t>
            </a:r>
            <a:endParaRPr lang="en-US" sz="1300" dirty="0"/>
          </a:p>
        </p:txBody>
      </p:sp>
      <p:sp>
        <p:nvSpPr>
          <p:cNvPr id="6" name="cb0"/>
          <p:cNvSpPr/>
          <p:nvPr/>
        </p:nvSpPr>
        <p:spPr>
          <a:xfrm>
            <a:off x="548640" y="25603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게이트인 → 계량 통과 → 출차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기본 흐름을 보여줌</a:t>
            </a:r>
            <a:endParaRPr lang="en-US" sz="1400" dirty="0"/>
          </a:p>
        </p:txBody>
      </p:sp>
      <p:sp>
        <p:nvSpPr>
          <p:cNvPr id="8" name="c1"/>
          <p:cNvSpPr/>
          <p:nvPr/>
        </p:nvSpPr>
        <p:spPr>
          <a:xfrm>
            <a:off x="4343400" y="1325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차량 B  ·  과적 차량 ★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901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세미 5축 · 등록</a:t>
            </a:r>
            <a:endParaRPr lang="en-US" sz="1300" dirty="0"/>
          </a:p>
        </p:txBody>
      </p:sp>
      <p:sp>
        <p:nvSpPr>
          <p:cNvPr id="11" name="cb1"/>
          <p:cNvSpPr/>
          <p:nvPr/>
        </p:nvSpPr>
        <p:spPr>
          <a:xfrm>
            <a:off x="4343400" y="25603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과적 판정 → 출차 잠김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재계량 통과 → 출차</a:t>
            </a:r>
            <a:endParaRPr lang="en-US" sz="1400" dirty="0"/>
          </a:p>
        </p:txBody>
      </p:sp>
      <p:sp>
        <p:nvSpPr>
          <p:cNvPr id="13" name="c2"/>
          <p:cNvSpPr/>
          <p:nvPr/>
        </p:nvSpPr>
        <p:spPr>
          <a:xfrm>
            <a:off x="8138160" y="1325880"/>
            <a:ext cx="3474720" cy="1097280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차량 C  ·  미등록 차량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1901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등록 안 함</a:t>
            </a:r>
            <a:endParaRPr lang="en-US" sz="1300" dirty="0"/>
          </a:p>
        </p:txBody>
      </p:sp>
      <p:sp>
        <p:nvSpPr>
          <p:cNvPr id="16" name="cb2"/>
          <p:cNvSpPr/>
          <p:nvPr/>
        </p:nvSpPr>
        <p:spPr>
          <a:xfrm>
            <a:off x="8138160" y="25603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번호판은 인식, 차단기 안 열림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관리자 알림 발생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5분 안에 통과 · 과적 · 미등록 세 가지 판정을 모두 보여줌. 클라이맥스는 차량 B의 "출차 차단"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장면별 흐름 (약 5분)</a:t>
            </a:r>
            <a:endParaRPr lang="en-US" sz="3000" dirty="0"/>
          </a:p>
        </p:txBody>
      </p:sp>
      <p:graphicFrame>
        <p:nvGraphicFramePr>
          <p:cNvPr id="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3566160"/>
                <a:gridCol w="4206240"/>
                <a:gridCol w="10972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화면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진행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멘트 (한 줄)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시간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PPT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과적 사고 · 수기 검사의 한계 소개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"사람이 보던 걸 자동으로 막겠습니다"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게이트 OCR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차량 A 게이트인 → 인식 · 차단기 열림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"AI가 번호판을 읽고 등록 차량인지 판단합니다"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검사소 계량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차량 A 자동 계량 → 통과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"축별 무게를 재고 서버가 기준대로 판정합니다"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게이트 OCR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차량 C 게이트인 → 미등록 차단 · 알림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"등록되지 않은 차량은 들어올 수 없습니다"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게이트 → 검사소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차량 B 게이트인 → 계량 → 과적 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"4축이 10톤을 넘어 과적입니다"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게이트 OCR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게이트아웃 성공 / B 버튼 잠김 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"과적 차량은 나갈 수 없습니다"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검사소 → 게이트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 재계량 통과 → 게이트아웃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"짐을 줄이고 다시 재면 통과됩니다"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과적 목록 · 지도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쌓인 기록 · 이동 경로 확인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"모든 과정이 기록으로 남습니다"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시연용 더미 데이터 — 시나리오에 맞춰 이것만</a:t>
            </a:r>
            <a:endParaRPr lang="en-US" sz="3000" dirty="0"/>
          </a:p>
        </p:txBody>
      </p:sp>
      <p:graphicFrame>
        <p:nvGraphicFramePr>
          <p:cNvPr id="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7490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준비할 것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왜 필요한가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업체 · 기사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시연용 운송사 1곳, 기사 2명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차량 소속 · 알림 대상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차량 (trucks)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A(카고 3축) · B(세미 5축) 등록, C는 등록 안 함, 최대적재량 입력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등록/미등록 판정, 적재중량 판정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컨테이너 · 배정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· B에 컨테이너 1개씩 (자중 · 최대총중량)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검사소 화면 컨테이너 자동 표시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상하차 작업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 · B에 PENDING 1건씩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게이트인 후 상하차가 자동 진행 → 출차 조건 충족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번호판 사진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게이트_수신함에 A · B · C 사진 3장만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원하는 순서로 인식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기록 정리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연습 때 쌓인 게이트 · 과적 기록 삭제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목록 화면을 깨끗하게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논의 안건 — 과적 결과를 고정할 것인가</a:t>
            </a:r>
            <a:endParaRPr lang="en-US" sz="3000" dirty="0"/>
          </a:p>
        </p:txBody>
      </p:sp>
      <p:sp>
        <p:nvSpPr>
          <p:cNvPr id="3" name="n1"/>
          <p:cNvSpPr/>
          <p:nvPr/>
        </p:nvSpPr>
        <p:spPr>
          <a:xfrm>
            <a:off x="548640" y="1280160"/>
            <a:ext cx="53035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현재 상태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과적 무게는 랜덤 생성 (적재율 75~125%)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차량 B가 통과해 버리거나 차량 A가 과적이 될 수 있음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클라이맥스(출차 차단)가 안 나올 위험</a:t>
            </a:r>
            <a:endParaRPr lang="en-US" sz="1300" dirty="0"/>
          </a:p>
        </p:txBody>
      </p:sp>
      <p:sp>
        <p:nvSpPr>
          <p:cNvPr id="6" name="n2"/>
          <p:cNvSpPr/>
          <p:nvPr/>
        </p:nvSpPr>
        <p:spPr>
          <a:xfrm>
            <a:off x="6309360" y="1280160"/>
            <a:ext cx="53035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선택지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745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① 시연 모드 추가: A는 항상 통과, B는 첫 계량 과적 · 재계량 통과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② 그대로 두고 여러 번 시도 (시간 낭비 위험)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③ 녹화 영상으로 대체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제안: ① 시연 모드 + ③ 백업 녹화 영상 함께 준비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※ ①은 코드 수정이 필요하므로 회의에서 결정 후 진행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시연 전 체크리스트 · 돌발 상황 대응</a:t>
            </a:r>
            <a:endParaRPr lang="en-US" sz="3000" dirty="0"/>
          </a:p>
        </p:txBody>
      </p:sp>
      <p:sp>
        <p:nvSpPr>
          <p:cNvPr id="3" name="k1"/>
          <p:cNvSpPr/>
          <p:nvPr/>
        </p:nvSpPr>
        <p:spPr>
          <a:xfrm>
            <a:off x="548640" y="1280160"/>
            <a:ext cx="530352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시연 10분 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서버 순서: 백엔드(8080) → gate_api(8001) → 프론트(5173)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관리자 로그인 (다른 계정은 시크릿 창)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수신함 사진 3장 확인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연습 기록 정리됐는지 확인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탭 미리 열기: 게이트 OCR · 검사소 · 과적 목록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화면 확대 125% · 알림 끄기</a:t>
            </a:r>
            <a:endParaRPr lang="en-US" sz="1300" dirty="0"/>
          </a:p>
        </p:txBody>
      </p:sp>
      <p:graphicFrame>
        <p:nvGraphicFramePr>
          <p:cNvPr id="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증상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대처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로그인이 필요합니다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로그아웃 → 재로그인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대기열 0대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게이트인 다시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사진 없음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수신함에 사진 다시 넣기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서버 멈춤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해당 서버만 재실행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전부 꼬임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백업 녹화 영상 재생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역할 분담 · 할 일 (회의에서 채우기)</a:t>
            </a:r>
            <a:endParaRPr lang="en-US" sz="30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22860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할 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담당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마감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시연 시나리오 · 멘트 확정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더미 데이터 준비 (차량 · 컨테이너 · 상하차 작업)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번호판 사진 3장 준비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과적 결과 고정 여부 결정 · 반영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백업 시연 영상 녹화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발표자 / 조작자 정하기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최종 리허설 (시나리오대로 2회)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Cargo">
  <a:themeElements>
    <a:clrScheme name="SafeCargo">
      <a:dk1>
        <a:srgbClr val="1B2333"/>
      </a:dk1>
      <a:lt1>
        <a:srgbClr val="FFFFFF"/>
      </a:lt1>
      <a:dk2>
        <a:srgbClr val="14284B"/>
      </a:dk2>
      <a:lt2>
        <a:srgbClr val="EEF2F8"/>
      </a:lt2>
      <a:accent1>
        <a:srgbClr val="F28C28"/>
      </a:accent1>
      <a:accent2>
        <a:srgbClr val="1F6FB2"/>
      </a:accent2>
      <a:accent3>
        <a:srgbClr val="2E8B57"/>
      </a:accent3>
      <a:accent4>
        <a:srgbClr val="7B4FB0"/>
      </a:accent4>
      <a:accent5>
        <a:srgbClr val="5B6B84"/>
      </a:accent5>
      <a:accent6>
        <a:srgbClr val="FCE7D2"/>
      </a:accent6>
      <a:hlink>
        <a:srgbClr val="1F5FAF"/>
      </a:hlink>
      <a:folHlink>
        <a:srgbClr val="6B4FA0"/>
      </a:folHlink>
    </a:clrScheme>
    <a:fontScheme name="SafeCarg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시연 시나리오 제안</dc:title>
  <dc:subject>PptxGenJS Presentation</dc:subject>
  <dc:creator>PptxGenJS</dc:creator>
  <cp:lastModifiedBy>PptxGenJS</cp:lastModifiedBy>
  <cp:revision>1</cp:revision>
  <dcterms:created xsi:type="dcterms:W3CDTF">2026-10-06T04:25:44Z</dcterms:created>
  <dcterms:modified xsi:type="dcterms:W3CDTF">2026-10-06T04:25:44Z</dcterms:modified>
</cp:coreProperties>
</file>