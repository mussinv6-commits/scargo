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시도 결과 · 번호판 인식 AI 학습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9202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해상도는 고쳤는데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글자는 여전히 못 읽는다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9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도로교통 예지보전 프로젝트 · 못먹어도 S카고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0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위치 검출 모델(YOLOv8) 2차 학습 회고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33353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8" name="Shape 6"/>
          <p:cNvSpPr/>
          <p:nvPr/>
        </p:nvSpPr>
        <p:spPr>
          <a:xfrm>
            <a:off x="152704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9" name="Shape 7"/>
          <p:cNvSpPr/>
          <p:nvPr/>
        </p:nvSpPr>
        <p:spPr>
          <a:xfrm>
            <a:off x="241401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0" name="Shape 8"/>
          <p:cNvSpPr/>
          <p:nvPr/>
        </p:nvSpPr>
        <p:spPr>
          <a:xfrm>
            <a:off x="3300984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1" name="Shape 9"/>
          <p:cNvSpPr/>
          <p:nvPr/>
        </p:nvSpPr>
        <p:spPr>
          <a:xfrm>
            <a:off x="4187952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7492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6188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4885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35824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22792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9672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8369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BEEC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원인이었던 </a:t>
            </a:r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 손실은 해결</a:t>
            </a:r>
            <a:pPr indent="0" marL="0">
              <a:buNone/>
            </a:pPr>
            <a:r>
              <a:rPr lang="en-US" sz="15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했지만, 위치 검출된 번호판 이미지가 선명해진 뒤에도 easyocr이 글자를 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다르게 잘못 읽는(오인식)</a:t>
            </a:r>
            <a:pPr indent="0" marL="0">
              <a:buNone/>
            </a:pPr>
            <a:r>
              <a:rPr lang="en-US" sz="15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새로운 문제가 나타났다.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1차와 다른 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85876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유형이 바뀜 — </a:t>
            </a:r>
            <a:pPr indent="0" marL="0">
              <a:buNone/>
            </a:pPr>
            <a:r>
              <a:rPr lang="en-US" sz="13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1차는 '아예 못 읽음(판독불가)', 2차는 '읽긴 하는데 틀리게 읽음(오인식)' — 데이터 문제에서 인식 로직 문제로 원인이 이동함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636008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60857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검출은 오히려 소폭 하락 — </a:t>
            </a:r>
            <a:pPr indent="0" marL="0">
              <a:buNone/>
            </a:pPr>
            <a:r>
              <a:rPr lang="en-US" sz="13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mAP50 0.995 → 0.944 (Recall 0.857) — 검증 사진이 7장뿐이라 통계적으로 큰 의미는 없는 변동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385816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385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358384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이미지 → 크롭 방식으로 재전환 — </a:t>
            </a:r>
            <a:pPr indent="0" marL="0">
              <a:buNone/>
            </a:pPr>
            <a:r>
              <a:rPr lang="en-US" sz="13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리사이즈 문제로 한때 전체 이미지 검사로 바꿨었는데, 원본 해상도가 살아있는 지금은 다시 번호판 부분만 잘라 확대하는 방식이 더 유리함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vs 2차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달라졌나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114800"/>
                <a:gridCol w="36576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export 해상도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512×512 (리사이즈 적용)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해상도 유지 (리사이즈 제거)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크기(zip)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1.5MB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63MB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 검출(mAP50)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0.995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0.944 (검증 7장 기준, 변동 범위 내)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글자 인식 방식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이미지 OCR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번호판 크롭 + 확대 후 OCR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 양상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글자를 아예 못 찾음 (판독불가)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글자는 찾는데 다르게 읽음 (오인식)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BEEC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58064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 문제는 해결됐다는 게 증명됨 — 이제는 '데이터 품질'이 아니라 'OCR 인식 정확도' 자체가 다음 과제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분석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선명한데도 틀리게 읽나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3455" cy="3383280"/>
          </a:xfrm>
          <a:prstGeom prst="roundRect">
            <a:avLst>
              <a:gd name="adj" fmla="val 2162"/>
            </a:avLst>
          </a:prstGeom>
          <a:solidFill>
            <a:srgbClr val="F1F1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864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범용 OCR 모델의 한계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86481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easyocr은 한국 번호판 전용으로 학습된 모델이 아님 — 한국 번호판 특유의 각진 글꼴·양각(음각) 형태·볼트 자국 등에 최적화되어 있지 않아 비슷한 모양의 다른 글자로 착각하기 쉬움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3575" y="1828800"/>
            <a:ext cx="3413455" cy="3383280"/>
          </a:xfrm>
          <a:prstGeom prst="roundRect">
            <a:avLst>
              <a:gd name="adj" fmla="val 2162"/>
            </a:avLst>
          </a:prstGeom>
          <a:solidFill>
            <a:srgbClr val="F1F1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7895" y="2103120"/>
            <a:ext cx="2864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정규식 필터가 엄격함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647895" y="2926080"/>
            <a:ext cx="286481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신형·구형 번호판 패턴에 한 글자라도 안 맞으면 후보에서 통째로 탈락 — 7글자 중 1글자만 오인식돼도 '인식 실패'로 집계됨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7070" y="1828800"/>
            <a:ext cx="3413455" cy="3383280"/>
          </a:xfrm>
          <a:prstGeom prst="roundRect">
            <a:avLst>
              <a:gd name="adj" fmla="val 2162"/>
            </a:avLst>
          </a:prstGeom>
          <a:solidFill>
            <a:srgbClr val="F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1390" y="2103120"/>
            <a:ext cx="2864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크롭 파라미터 미검증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381390" y="2926080"/>
            <a:ext cx="286481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 크롭+확대 방식으로 막 전환한 상태라, 패딩 비율·확대 배율 등이 이 데이터셋에 최적화된 값인지 아직 검증 전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방안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3차에서 시도할 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크롭 방식 정량 검증 — </a:t>
            </a:r>
            <a:pPr indent="0" marL="0">
              <a:buNone/>
            </a:pPr>
            <a:r>
              <a:rPr lang="en-US" sz="145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batch_check.py를 크롭 방식으로 업데이트 — 전체 사진 대상 위치 검출 · 인식 성공률을 다시 수치로 확보 (진행 예정)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060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 유무 A/B 비교 — </a:t>
            </a:r>
            <a:pPr indent="0" marL="0">
              <a:buNone/>
            </a:pPr>
            <a:r>
              <a:rPr lang="en-US" sz="145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선명한 크롭에 흑백·블러 전처리를 다시 넣었을 때/뺐을 때 결과를 비교해 이 데이터셋에 맞는 조합 확인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20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747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오인식 패턴 로그로 확인 — </a:t>
            </a:r>
            <a:pPr indent="0" marL="0">
              <a:buNone/>
            </a:pPr>
            <a:r>
              <a:rPr lang="en-US" sz="145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정규식 통과 실패 시 원본 인식 텍스트를 함께 기록(batch_check.py 반영 완료) — 어떤 글자를 어떤 글자로 착각하는지 패턴 파악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4340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100장 이상 확충 — </a:t>
            </a:r>
            <a:pPr indent="0" marL="0">
              <a:buNone/>
            </a:pPr>
            <a:r>
              <a:rPr lang="en-US" sz="145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여전히 35장은 적음 — 보유 중인 추가 사진들을 라벨링해 재학습하면 위치 검출·크롭 정확도 모두 개선 여지 있음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문제는 해결됨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리사이즈 제거로 해상도 손실 문제는 확실히 해소 — 재발 시 원인은 다른 곳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문제는 인식 로직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880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OCR이 글자를 찾긴 하지만 정확도가 낮음 — 데이터가 아니라 모델·후처리 튜닝이 필요한 단계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검증이 다음 순서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batch_check.py로 크롭 방식 성공률을 숫자로 확보한 뒤 3차 방향 결정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83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장기적으로는 데이터 확충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983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35장으로는 한계 — 100장 이상 라벨링해야 신뢰할 수 있는 성능 기대 가능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못먹어도 S카고</a:t>
            </a:r>
            <a:pPr indent="0" marL="0">
              <a:buNone/>
            </a:pPr>
            <a:r>
              <a:rPr lang="en-US" sz="1050" dirty="0">
                <a:solidFill>
                  <a:srgbClr val="AEB0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번호판 인식 AI 학습 2차 결과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2026-09-14T04:36:39Z</dcterms:created>
  <dcterms:modified xsi:type="dcterms:W3CDTF">2026-09-14T04:36:39Z</dcterms:modified>
</cp:coreProperties>
</file>