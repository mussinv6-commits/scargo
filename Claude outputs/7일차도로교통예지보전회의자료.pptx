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회의록 · 데이터 · 판정기준 · 일정 점검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9202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과적 · 과속 판정 기준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확정 및 중간발표 일정 점검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9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도로교통 예지보전 프로젝트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0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· 09 · 11 (7일차)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33353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8" name="Shape 6"/>
          <p:cNvSpPr/>
          <p:nvPr/>
        </p:nvSpPr>
        <p:spPr>
          <a:xfrm>
            <a:off x="152704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9" name="Shape 7"/>
          <p:cNvSpPr/>
          <p:nvPr/>
        </p:nvSpPr>
        <p:spPr>
          <a:xfrm>
            <a:off x="241401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0" name="Shape 8"/>
          <p:cNvSpPr/>
          <p:nvPr/>
        </p:nvSpPr>
        <p:spPr>
          <a:xfrm>
            <a:off x="3300984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1" name="Shape 9"/>
          <p:cNvSpPr/>
          <p:nvPr/>
        </p:nvSpPr>
        <p:spPr>
          <a:xfrm>
            <a:off x="4187952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7492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6188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4885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35824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22792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0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96728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83696" y="6400800"/>
            <a:ext cx="502920" cy="64008"/>
          </a:xfrm>
          <a:prstGeom prst="roundRect">
            <a:avLst>
              <a:gd name="adj" fmla="val 50000"/>
            </a:avLst>
          </a:prstGeom>
          <a:solidFill>
            <a:srgbClr val="E2A30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BEEC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학습용 데이터 1만 장 제공이 확정됐고, 과적은 </a:t>
            </a:r>
            <a:pPr indent="0" marL="0">
              <a:buNone/>
            </a:pPr>
            <a:r>
              <a:rPr lang="en-US" sz="16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40톤 기준 10% 초과(44톤)</a:t>
            </a:r>
            <a:pPr indent="0" marL="0">
              <a:buNone/>
            </a:pPr>
            <a:r>
              <a:rPr lang="en-US" sz="16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판정 기준을 잡았다. 과속은 대형 화물차 실주행 영상 확보가 어려워 1차 범위에서 제외하고, </a:t>
            </a:r>
            <a:pPr indent="0" marL="0">
              <a:buNone/>
            </a:pPr>
            <a:r>
              <a:rPr lang="en-US" sz="1600" b="1" dirty="0">
                <a:solidFill>
                  <a:srgbClr val="9C6E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2차에서 소형 택배차량 위주</a:t>
            </a:r>
            <a:pPr indent="0" marL="0">
              <a:buNone/>
            </a:pPr>
            <a:r>
              <a:rPr lang="en-US" sz="16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진행하기로 했다.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사항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8587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확보 — </a:t>
            </a:r>
            <a:pPr indent="0" marL="0">
              <a:buNone/>
            </a:pPr>
            <a:r>
              <a:rPr lang="en-US" sz="14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학습용 이미지 1만 장 제공 확정 — 트레일러 번호판 인식 실패 시 화물차 뒷번호판으로 대체 매칭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636008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6085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과적 판정 기준 — </a:t>
            </a:r>
            <a:pPr indent="0" marL="0">
              <a:buNone/>
            </a:pPr>
            <a:r>
              <a:rPr lang="en-US" sz="14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40톤 기준 10% 초과, 즉 44톤 이상을 과적으로 판정(실주행 데이터 부족분은 더미 데이터로 보완)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385816"/>
            <a:ext cx="457200" cy="457200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385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35838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중간발표 일정 — </a:t>
            </a:r>
            <a:pPr indent="0" marL="0">
              <a:buNone/>
            </a:pPr>
            <a:r>
              <a:rPr lang="en-US" sz="1450" dirty="0">
                <a:solidFill>
                  <a:srgbClr val="3335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7일로 확정 — 추석 연휴가 껴 있어 실질 작업 기간이 촉박함을 팀 전체가 인지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확보 · 번호판 매칭 방안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846320"/>
                <a:gridCol w="34747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제공량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· 검증용 이미지 1만 장 제공 확정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번호판 인식 모델 학습에 활용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번호판 매칭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트랙터-트레일러 앞뒤 번호판 매칭이 기본 방식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트레일러 번호판 인식 실패 시 화물차 뒷번호판으로 대체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과적 판정 기준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40톤 기준 10% 초과(44톤 이상)를 과적으로 판정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실측 데이터 부족한 구간은 더미 데이터로 보완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778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1F1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55778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트레일러 번호판이 가려지거나 인식되지 않는 경우가 실제로 많아, 화물차(트랙터) 뒷번호판을 대체 식별자로 쓰는 방식을 우선 적용하기로 함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과속 판정 범위 조정 — 1차 · 2차 구분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내용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945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 — </a:t>
            </a:r>
            <a:pPr indent="0" marL="0">
              <a:buNone/>
            </a:pPr>
            <a:r>
              <a:rPr lang="en-US" sz="150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화물차가 실제로 과속 주행하는 영상 확보가 어려워, 학습에 쓸 수 있는 실데이터가 부족함을 확인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718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범위 조정 — </a:t>
            </a:r>
            <a:pPr indent="0" marL="0">
              <a:buNone/>
            </a:pPr>
            <a:r>
              <a:rPr lang="en-US" sz="150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화물차 과속 판정은 1차 개발 범위에서 제외하기로 결정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E2A30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490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진행 방향 — </a:t>
            </a:r>
            <a:pPr indent="0" marL="0">
              <a:buNone/>
            </a:pPr>
            <a:r>
              <a:rPr lang="en-US" sz="1500" dirty="0">
                <a:solidFill>
                  <a:srgbClr val="3D3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등 소형 차량은 과속 영상 확보가 상대적으로 쉬워, 2차 개발에서 소형 택배차량 위주로 과속 판정 진행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9893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BEEC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9893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   </a:t>
            </a:r>
            <a:pPr indent="0" marL="0">
              <a:buNone/>
            </a:pPr>
            <a:r>
              <a:rPr lang="en-US" sz="130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은정은 데이터 수집 방향을 택배 차량 번호판 · 주행 영상 위주로 전환, 택배사별 폴더로 분류해 정리하기로 함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· 로그인 진행 상황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212080"/>
                <a:gridCol w="31089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6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회원가입 로직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강사님이 제공한 템플릿에 회원가입 로직이 이미 포함되어 있어 그대로 활용하기로 결정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태수 — 주석 정리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526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화면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창 작업을 진행하며 아이디 저장 기능을 추가로 구현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D3F4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1F1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템플릿을 그대로 쓰는 대신, 제출 전 코드에 원본 작성자 주석 등이 남지 않도록 태수가 정리하기로 함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DEFERRED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· 추후 논의 과제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13455" cy="3108960"/>
          </a:xfrm>
          <a:prstGeom prst="roundRect">
            <a:avLst>
              <a:gd name="adj" fmla="val 2353"/>
            </a:avLst>
          </a:prstGeom>
          <a:solidFill>
            <a:srgbClr val="F1F1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8648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항만 내 가상 경로 시각화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286481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화물차의 항만 내 이동 경로를 어떻게 시각화할지 아직 미해결 — 월요일부터 본격적으로 논의 예정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3575" y="1828800"/>
            <a:ext cx="3413455" cy="3108960"/>
          </a:xfrm>
          <a:prstGeom prst="roundRect">
            <a:avLst>
              <a:gd name="adj" fmla="val 2353"/>
            </a:avLst>
          </a:prstGeom>
          <a:solidFill>
            <a:srgbClr val="F1F1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7895" y="2103120"/>
            <a:ext cx="28648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캘린더 · API 시각화 아이디어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47895" y="2880360"/>
            <a:ext cx="286481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한솔에게 캘린더와 대시보드 차트 등 API 데이터 시각화 아이디어를 제안 — 구체 방식은 추후 확정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7070" y="1828800"/>
            <a:ext cx="3413455" cy="3108960"/>
          </a:xfrm>
          <a:prstGeom prst="roundRect">
            <a:avLst>
              <a:gd name="adj" fmla="val 2353"/>
            </a:avLst>
          </a:prstGeom>
          <a:solidFill>
            <a:srgbClr val="F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1390" y="2103120"/>
            <a:ext cx="28648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6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압박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81390" y="2880360"/>
            <a:ext cx="286481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C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중간발표(10/7)까지 추석 연휴가 포함되어 있어 실작업 가능 일수가 예상보다 적음을 팀 전체가 인지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회의 전 할 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정리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828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제공받은 1만 장 데이터 확인 및 번호판 매칭(트레일러 → 화물차 뒷번호 대체) 로직 적용 준비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과속 데이터 전환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880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은정은 소형 택배차량 번호판 · 주행 데이터 수집으로 전환, 택배사별 폴더 분류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· 로그인 마무리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3931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태수는 템플릿 코드 주석 정리, 은정은 로그인 화면 아이디 저장 기능 마무리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83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시각화 논의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49834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9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항만 내 가상 경로 시각화 방식을 월요일부터 본격 논의 — 한솔 제안(캘린더 · 차트) 검토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A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못먹어도 S카고</a:t>
            </a:r>
            <a:pPr indent="0" marL="0">
              <a:buNone/>
            </a:pPr>
            <a:r>
              <a:rPr lang="en-US" sz="1050" dirty="0">
                <a:solidFill>
                  <a:srgbClr val="AEB0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도로교통 예지보전 프로젝트 회의자료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2026-09-11T03:44:22Z</dcterms:created>
  <dcterms:modified xsi:type="dcterms:W3CDTF">2026-09-11T03:44:22Z</dcterms:modified>
</cp:coreProperties>
</file>