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분석 · 번호판 인식 AI 학습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9202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안 읽혔는가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YOLO 학습 실패 원인과 개선 방안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9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도로교통 예지보전 프로젝트 · 못먹어도 S카고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0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번호판 위치 검출 모델(YOLOv8) 1차 학습 회고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33353D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8" name="Shape 6"/>
          <p:cNvSpPr/>
          <p:nvPr/>
        </p:nvSpPr>
        <p:spPr>
          <a:xfrm>
            <a:off x="1527048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9" name="Shape 7"/>
          <p:cNvSpPr/>
          <p:nvPr/>
        </p:nvSpPr>
        <p:spPr>
          <a:xfrm>
            <a:off x="2414016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0" name="Shape 8"/>
          <p:cNvSpPr/>
          <p:nvPr/>
        </p:nvSpPr>
        <p:spPr>
          <a:xfrm>
            <a:off x="3300984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1" name="Shape 9"/>
          <p:cNvSpPr/>
          <p:nvPr/>
        </p:nvSpPr>
        <p:spPr>
          <a:xfrm>
            <a:off x="4187952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2" name="Shape 10"/>
          <p:cNvSpPr/>
          <p:nvPr/>
        </p:nvSpPr>
        <p:spPr>
          <a:xfrm>
            <a:off x="5074920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3" name="Shape 11"/>
          <p:cNvSpPr/>
          <p:nvPr/>
        </p:nvSpPr>
        <p:spPr>
          <a:xfrm>
            <a:off x="5961888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4" name="Shape 12"/>
          <p:cNvSpPr/>
          <p:nvPr/>
        </p:nvSpPr>
        <p:spPr>
          <a:xfrm>
            <a:off x="6848856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5" name="Shape 13"/>
          <p:cNvSpPr/>
          <p:nvPr/>
        </p:nvSpPr>
        <p:spPr>
          <a:xfrm>
            <a:off x="7735824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6" name="Shape 14"/>
          <p:cNvSpPr/>
          <p:nvPr/>
        </p:nvSpPr>
        <p:spPr>
          <a:xfrm>
            <a:off x="8622792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7" name="Shape 15"/>
          <p:cNvSpPr/>
          <p:nvPr/>
        </p:nvSpPr>
        <p:spPr>
          <a:xfrm>
            <a:off x="9509760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396728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9" name="Shape 17"/>
          <p:cNvSpPr/>
          <p:nvPr/>
        </p:nvSpPr>
        <p:spPr>
          <a:xfrm>
            <a:off x="11283696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BEEC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번호판 </a:t>
            </a:r>
            <a:pPr indent="0" marL="0">
              <a:buNone/>
            </a:pPr>
            <a:r>
              <a:rPr lang="en-US" sz="150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검출(YOLO)</a:t>
            </a:r>
            <a:pPr indent="0" marL="0">
              <a:buNone/>
            </a:pPr>
            <a:r>
              <a:rPr lang="en-US" sz="1500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성공했지만, 로보플로우 export 과정의 </a:t>
            </a:r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512×512 리사이즈</a:t>
            </a:r>
            <a:pPr indent="0" marL="0">
              <a:buNone/>
            </a:pPr>
            <a:r>
              <a:rPr lang="en-US" sz="1500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원본 해상도가 손실되어 실제 글자 인식(OCR)은 25장 중 0장으로 완전히 실패했다.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회고에서 확인한 것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E2A3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85876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검출과 글자 인식은 별개 문제 — </a:t>
            </a:r>
            <a:pPr indent="0" marL="0">
              <a:buNone/>
            </a:pPr>
            <a:r>
              <a:rPr lang="en-US" sz="1350" dirty="0">
                <a:solidFill>
                  <a:srgbClr val="3335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YOLO는 '어디 있는지'만 찾고, 글자를 읽는 건 OCR의 역할 — 하나가 잘 된다고 다른 하나도 잘 되는 게 아님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636008"/>
            <a:ext cx="457200" cy="457200"/>
          </a:xfrm>
          <a:prstGeom prst="ellipse">
            <a:avLst/>
          </a:prstGeom>
          <a:solidFill>
            <a:srgbClr val="E2A3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636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60857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원인은 모델이 아니라 데이터 전처리 — </a:t>
            </a:r>
            <a:pPr indent="0" marL="0">
              <a:buNone/>
            </a:pPr>
            <a:r>
              <a:rPr lang="en-US" sz="1350" dirty="0">
                <a:solidFill>
                  <a:srgbClr val="3335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방식이나 코드 문제가 아니라, 로보플로우 버전 생성 단계의 기본 리사이즈 설정이 원인이었음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385816"/>
            <a:ext cx="457200" cy="457200"/>
          </a:xfrm>
          <a:prstGeom prst="ellipse">
            <a:avLst/>
          </a:prstGeom>
          <a:solidFill>
            <a:srgbClr val="E2A3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385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358384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 과정 자체도 손이 많이 감 — </a:t>
            </a:r>
            <a:pPr indent="0" marL="0">
              <a:buNone/>
            </a:pPr>
            <a:r>
              <a:rPr lang="en-US" sz="1350" dirty="0">
                <a:solidFill>
                  <a:srgbClr val="3335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미지정으로 저장 누락, 클래스 중복 생성 등 로보플로우 UI 익숙해지는 데 시행착오가 있었음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과정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라벨링부터 학습·테스트까지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  <a:gridCol w="301752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6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6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62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526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 수집·업로드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촬영한 트럭 사진 997장을 로보플로우(Roboflow)에 업로드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일부(38장)만 우선 라벨링 진행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526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라벨링(1차 시도)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번호판 위치에 박스 표시 후 클래스 미지정 상태로 다음 사진 이동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저장 누락 — 2장만 정상 반영됨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526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라벨링(재작업)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+ 클래스(plate) 지정 후 저장 확인(체크 표시)까지 확인하며 재진행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35장 라벨링 완료 (train 25 · val 7 · test 3)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526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 생성·학습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전처리(크기 조정 512×512 포함) 그대로 YOLOv8n 전이학습, 50 epoch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검출 성능은 우수 (mAP50 0.995)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526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검증(batch_check)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학습된 모델로 25장 일괄 검사 — 위치 검출 + OCR 글자 인식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위치 검출 24/25 성공 · 글자 인식 0/25 실패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원인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문제였나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13455" cy="3383280"/>
          </a:xfrm>
          <a:prstGeom prst="roundRect">
            <a:avLst>
              <a:gd name="adj" fmla="val 2162"/>
            </a:avLst>
          </a:prstGeom>
          <a:solidFill>
            <a:srgbClr val="F1F1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2864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라벨 저장 누락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286481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C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박스만 그리고 클래스 이름을 확정(Enter)하지 않은 채 다음 사진으로 넘어가면 저장이 안 됨 — 38장 중 2장만 반영되는 원인이 됨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73575" y="1828800"/>
            <a:ext cx="3413455" cy="3383280"/>
          </a:xfrm>
          <a:prstGeom prst="roundRect">
            <a:avLst>
              <a:gd name="adj" fmla="val 2162"/>
            </a:avLst>
          </a:prstGeom>
          <a:solidFill>
            <a:srgbClr val="F1F1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47895" y="2103120"/>
            <a:ext cx="2864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클래스 혼선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47895" y="2926080"/>
            <a:ext cx="286481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C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 도중 클래스가 2개로 분리되어 잡힘 — 같은 대상을 다른 이름으로 등록하면 학습 데이터가 갈라짐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7070" y="1828800"/>
            <a:ext cx="3413455" cy="3383280"/>
          </a:xfrm>
          <a:prstGeom prst="roundRect">
            <a:avLst>
              <a:gd name="adj" fmla="val 2162"/>
            </a:avLst>
          </a:prstGeom>
          <a:solidFill>
            <a:srgbClr val="FBEEC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81390" y="2103120"/>
            <a:ext cx="2864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6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해상도 손실 (핵심 원인)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81390" y="2926080"/>
            <a:ext cx="286481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C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생성 시 기본 포함된 '크기 조정 512×512' 전처리로 원본 사진이 축소됨 — 번호판 영역이 25×12픽셀 수준까지 줄어 글자 정보 자체가 소실됨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데이터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위치는 찾는데, 글자는 못 읽는다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3335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945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/ 25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8D9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 위치 검출 성공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3335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43400" y="21945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/ 25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3246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8D9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번호판 글자 인식 성공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3335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0" y="21945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7C9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512 × 512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3246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8D9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export된 사진 크기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8D9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(원본 대비 축소됨)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7091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C9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검출된 번호판 박스 크기: </a:t>
            </a:r>
            <a:pPr indent="0" marL="0">
              <a:buNone/>
            </a:pPr>
            <a:r>
              <a:rPr lang="en-US" sz="140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25픽셀 × 세로 12픽셀</a:t>
            </a:r>
            <a:pPr indent="0" marL="0">
              <a:buNone/>
            </a:pPr>
            <a:r>
              <a:rPr lang="en-US" sz="1400" dirty="0">
                <a:solidFill>
                  <a:srgbClr val="C7C9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3배로 확대해도 없던 디테일이 생기지 않아 OCR이 글자를 구분하지 못함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방안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다음엔 이렇게 바꾼다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38912" cy="438912"/>
          </a:xfrm>
          <a:prstGeom prst="ellipse">
            <a:avLst/>
          </a:prstGeom>
          <a:solidFill>
            <a:srgbClr val="E2A3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리사이즈 없이 재-export — </a:t>
            </a:r>
            <a:pPr indent="0" marL="0">
              <a:buNone/>
            </a:pPr>
            <a:r>
              <a:rPr lang="en-US" sz="1450" dirty="0">
                <a:solidFill>
                  <a:srgbClr val="3D3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생성 시 '크기 조정' 전처리 단계를 제거하고 원본 해상도 그대로 export — 진행 중, 재학습으로 검증 예정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438912" cy="438912"/>
          </a:xfrm>
          <a:prstGeom prst="ellipse">
            <a:avLst/>
          </a:prstGeom>
          <a:solidFill>
            <a:srgbClr val="E2A3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51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0604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100장 이상으로 확충 — </a:t>
            </a:r>
            <a:pPr indent="0" marL="0">
              <a:buNone/>
            </a:pPr>
            <a:r>
              <a:rPr lang="en-US" sz="1450" dirty="0">
                <a:solidFill>
                  <a:srgbClr val="3D3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35장은 파이프라인 검증 수준 — 다양한 각도·거리·조명의 사진을 더 모아 재학습해야 신뢰할 수 있는 성능이 나옴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438912" cy="438912"/>
          </a:xfrm>
          <a:prstGeom prst="ellipse">
            <a:avLst/>
          </a:prstGeom>
          <a:solidFill>
            <a:srgbClr val="E2A3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5204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47472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 가이드 적용 — </a:t>
            </a:r>
            <a:pPr indent="0" marL="0">
              <a:buNone/>
            </a:pPr>
            <a:r>
              <a:rPr lang="en-US" sz="1450" dirty="0">
                <a:solidFill>
                  <a:srgbClr val="3D3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번호판이 사진 화면의 최소 10~20% 이상을 차지하도록 가까이서 촬영 — 원본이 흐리면 어떤 전처리로도 복구 불가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438912" cy="438912"/>
          </a:xfrm>
          <a:prstGeom prst="ellipse">
            <a:avLst/>
          </a:prstGeom>
          <a:solidFill>
            <a:srgbClr val="E2A3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34340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 시 저장 확인 습관화 — </a:t>
            </a:r>
            <a:pPr indent="0" marL="0">
              <a:buNone/>
            </a:pPr>
            <a:r>
              <a:rPr lang="en-US" sz="1450" dirty="0">
                <a:solidFill>
                  <a:srgbClr val="3D3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→ 클래스 지정 → 저장 확인(체크 표시)까지 매번 확인하고 다음 사진으로 이동 — 클래스명도 처음부터 통일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원인은 데이터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9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모델·코드 문제가 아니라 export 단계의 리사이즈 설정이 실패의 핵심 원인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분리 구조는 유효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880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9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YOLO(위치) + easyocr(전체 이미지 글자 인식) 하이브리드 구조 자체는 그대로 유지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319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액션 명확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931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9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리사이즈 제거 재-export → 재학습 → batch_check.py로 재검증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983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 과제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4983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9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100장 이상 확충 + 촬영 가이드 공유로 데이터 품질부터 개선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못먹어도 S카고</a:t>
            </a:r>
            <a:pPr indent="0" marL="0">
              <a:buNone/>
            </a:pPr>
            <a:r>
              <a:rPr lang="en-US" sz="1050" dirty="0">
                <a:solidFill>
                  <a:srgbClr val="AEB0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번호판 인식 AI 학습 실패 분석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2026-09-14T04:06:23Z</dcterms:created>
  <dcterms:modified xsi:type="dcterms:W3CDTF">2026-09-14T04:06:23Z</dcterms:modified>
</cp:coreProperties>
</file>