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ddf32ee-2a1d-8ce6-07fa-6cb9dd219d63}">
          <p14:sldIdLst>
            <p14:sldId id="256"/>
          </p14:sldIdLst>
        </p14:section>
        <p14:section name="요약" id="{09035438-658d-9522-3f0a-1238278cde17}">
          <p14:sldIdLst>
            <p14:sldId id="257"/>
          </p14:sldIdLst>
        </p14:section>
        <p14:section name="이슈 목록" id="{80f1f16f-8311-d461-f99f-00262b71c051}">
          <p14:sldIdLst>
            <p14:sldId id="258"/>
            <p14:sldId id="259"/>
          </p14:sldIdLst>
        </p14:section>
        <p14:section name="확인 필요" id="{f0442d4b-da44-94e0-388e-216c14db304a}">
          <p14:sldIdLst>
            <p14:sldId id="260"/>
          </p14:sldIdLst>
        </p14:section>
        <p14:section name="재테스트" id="{550948cc-4ad1-1df6-3c46-7b5266c45d24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E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SCargo QA 결과서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게이트 OCR · 검사소 계량 · 로그인 — 발견 이슈와 조치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2026.10.06  ·  대상: 최종파일 (frontend / backend / python)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QA 요약</a:t>
            </a:r>
            <a:endParaRPr lang="en-US" sz="3000" dirty="0"/>
          </a:p>
        </p:txBody>
      </p:sp>
      <p:sp>
        <p:nvSpPr>
          <p:cNvPr id="3" name="st0"/>
          <p:cNvSpPr/>
          <p:nvPr/>
        </p:nvSpPr>
        <p:spPr>
          <a:xfrm>
            <a:off x="54864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tx2"/>
                </a:solidFill>
              </a:rPr>
              <a:t>10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발견 이슈</a:t>
            </a:r>
            <a:endParaRPr lang="en-US" sz="1500" dirty="0"/>
          </a:p>
        </p:txBody>
      </p:sp>
      <p:sp>
        <p:nvSpPr>
          <p:cNvPr id="6" name="st1"/>
          <p:cNvSpPr/>
          <p:nvPr/>
        </p:nvSpPr>
        <p:spPr>
          <a:xfrm>
            <a:off x="434340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accent3"/>
                </a:solidFill>
              </a:rPr>
              <a:t>8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조치 완료 (재테스트 필요)</a:t>
            </a:r>
            <a:endParaRPr lang="en-US" sz="1500" dirty="0"/>
          </a:p>
        </p:txBody>
      </p:sp>
      <p:sp>
        <p:nvSpPr>
          <p:cNvPr id="9" name="st2"/>
          <p:cNvSpPr/>
          <p:nvPr/>
        </p:nvSpPr>
        <p:spPr>
          <a:xfrm>
            <a:off x="8138160" y="1371600"/>
            <a:ext cx="34747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2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확인 필요</a:t>
            </a:r>
            <a:endParaRPr lang="en-US" sz="1500" dirty="0"/>
          </a:p>
        </p:txBody>
      </p:sp>
      <p:graphicFrame>
        <p:nvGraphicFramePr>
          <p:cNvPr id="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7589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이슈 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주요 내용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게이트 OCR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구내 차량 목록 사라짐, 과적 차량 출차, 설명 문구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검사소 계량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재계량 목록 누락·중복, 기록 표 정렬, 명칭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로그인 / 공통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로그인 반복 만료, 만료 후 화면 불일치, 글꼴·간격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이슈 목록 ① 게이트 OCR · 검사소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QA</a:t>
            </a:r>
            <a:endParaRPr lang="en-US" sz="1300" dirty="0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3017520"/>
                <a:gridCol w="3566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이슈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조치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 화면 구내 차량 목록이 비어 있음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목록을 브라우저 저장값에만 보관 → 재접속·다른 PC에서 사라짐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DB 게이트 기록 기준으로 동기화 (최신 기록 ENTRY=구내, EXIT=제외)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과적 차량이 출차(EXIT)됨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(경기94자8768, 10/06 11:03)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추정: gate_api 재시작으로 입차 시각 정보 소실 → 날짜 무관 최신 검사로 판정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원인 확인 중 (출차 직전 재계량 여부 확인 필요)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확인 필요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검사소 재계량 목록에서 지난 과적 차량 누락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"오늘 계량 기록"만 조회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미통과 과적 기록을 날짜 무관 함께 표시 (지난 기록은 날짜 표시)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재계량 목록에 같은 차량이 여러 줄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미통과 기록 전부 표시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차량당 최신 과적 1건, 이후 재계량한 차량 제외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오늘 계량 기록 표 줄·정렬 불규칙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사유 줄바꿈, 정렬·글꼴 혼재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가운데 정렬, 행 높이 고정, 사유 말줄임 + 툴팁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이슈 목록 ② 로그인 · 공통 UI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QA</a:t>
            </a:r>
            <a:endParaRPr lang="en-US" sz="13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3291840"/>
                <a:gridCol w="329184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이슈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조치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로그인 중인데 "로그인이 만료되었습니다" 반복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DevTools 자동 재시작으로 서버 세션 삭제, 기본 세션 30분, 같은 브라우저 다른 탭 로그인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자동 재시작 끔, 세션 12시간, 다른 계정은 시크릿 창 사용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서버 로그인이 풀려도 화면은 로그인 상태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화면 로그인 정보(sessionStorage)를 지우지 않음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401 응답 시 화면 로그인 정보 삭제 후 로그인 화면으로 이동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게이트·검사소 글꼴 크기·간격 제각각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화면별 개별 스타일 (10.5~13.5px 혼재, 제목 컴포넌트 다름)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공통 제목 컴포넌트, 12/13/14px 단계로 통일, 여백 통일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실시간 기록 설명 문구가 길고 개발용 표현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파일명·내부 설명 노출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"3초마다 갱신됩니다."로 변경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"계중대" 명칭 혼재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용어 미통일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화면·메뉴·대시보드 "검사소"로 통일 (백엔드 Java 주석은 폴더 깊이로 미확인)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확인 필요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필요 — 과적 차량 출차 (No.2)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확인 필요</a:t>
            </a:r>
            <a:endParaRPr lang="en-US" sz="1300" dirty="0"/>
          </a:p>
        </p:txBody>
      </p:sp>
      <p:sp>
        <p:nvSpPr>
          <p:cNvPr id="4" name="c1"/>
          <p:cNvSpPr/>
          <p:nvPr/>
        </p:nvSpPr>
        <p:spPr>
          <a:xfrm>
            <a:off x="54864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현상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경기94자8768: 검사 #73 과적(미통과) 상태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10/06 11:03:07 EXIT(출차 완료) 기록 생성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출차 차단 코드(gate_api _overload_passed)는 파일에 존재</a:t>
            </a:r>
            <a:endParaRPr lang="en-US" sz="1300" dirty="0"/>
          </a:p>
        </p:txBody>
      </p:sp>
      <p:sp>
        <p:nvSpPr>
          <p:cNvPr id="7" name="c2"/>
          <p:cNvSpPr/>
          <p:nvPr/>
        </p:nvSpPr>
        <p:spPr>
          <a:xfrm>
            <a:off x="6309360" y="1280160"/>
            <a:ext cx="53035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417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추정 원인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gate_api 재시작 → 메모리의 입차 시각 사라짐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시각 조건 없이 "가장 최근 검사"로 판정 → 정상 기록이 최신이면 통과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또는 출차 직전 재계량으로 실제 통과</a:t>
            </a:r>
            <a:endParaRPr lang="en-US" sz="1300" dirty="0"/>
          </a:p>
        </p:txBody>
      </p:sp>
      <p:sp>
        <p:nvSpPr>
          <p:cNvPr id="10" name="c3"/>
          <p:cNvSpPr/>
          <p:nvPr/>
        </p:nvSpPr>
        <p:spPr>
          <a:xfrm>
            <a:off x="548640" y="3749040"/>
            <a:ext cx="110642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확인 방법 / 개선안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434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DB: SELECT check_id, is_violation, checked_at FROM overload_checks WHERE vehicle_no='경기94자8768' ORDER BY checked_at DESC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최신 행이 정상이면 → 의도대로 동작 / 과적이면 → 버그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개선안: 입차 시각을 메모리 대신 DB 최신 ENTRY 게이트 기록(pass_at)에서 조회해 재시작에도 유지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재테스트 체크리스트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966960" y="457200"/>
            <a:ext cx="164592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</a:t>
            </a:r>
            <a:endParaRPr lang="en-US" sz="13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20640"/>
                <a:gridCol w="4206240"/>
                <a:gridCol w="10972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테스트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기대 결과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백엔드 재실행 후 로그인 → 30분 이상 방치 후 화면 이동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로그인 유지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STS에서 Java 파일 저장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백엔드 자동 재시작 안 함, 로그인 유지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서버 정지 상태에서 관리자 화면 조작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로그인 화면으로 자동 이동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게이트인 → 다른 브라우저/PC에서 게이트 화면 열기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같은 구내 차량 목록 표시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과적 판정 차량 게이트아웃 시도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버튼 비활성 + 서버 409 거부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지난날 과적 차량 → 검사소 화면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재계량 목록에 1건만, 날짜 표시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T7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재계량 통과 → 게이트 화면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"출차 가능" 표시, 게이트아웃 성공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T8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gate_api 재시작 후 과적 차량 게이트아웃 (No.2 재현)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409 거부되어야 함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수정 파일 · 적용 방법</a:t>
            </a:r>
            <a:endParaRPr lang="en-US" sz="3000" dirty="0"/>
          </a:p>
        </p:txBody>
      </p:sp>
      <p:graphicFrame>
        <p:nvGraphicFramePr>
          <p:cNvPr id="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64592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파일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이슈 No.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적용</a:t>
                      </a:r>
                      <a:endParaRPr lang="en-US" sz="14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frontend/src/components/gate/GateDemo.vue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1, 8, 9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브라우저 F5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frontend/src/components/admin/screens/AdminWeighbridge.vue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3, 4, 5, 8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브라우저 F5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frontend/src/components/admin/WeighbridgeRouteMap.vue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브라우저 F5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frontend/src/utils/adminApi.js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브라우저 F5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frontend/src/components/admin/adminMenu.js · AdminDashboard.vue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브라우저 F5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backend/scargo/src/main/resources/application.yml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백엔드 정지 → 재실행 후 재로그인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순서: 백엔드 재실행 → gate_api 재실행 → 브라우저 F5 → 로그인 → 체크리스트 T1~T8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F6FB2"/>
      </a:accent2>
      <a:accent3>
        <a:srgbClr val="2E8B57"/>
      </a:accent3>
      <a:accent4>
        <a:srgbClr val="7B4FB0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SCargo QA 결과</dc:title>
  <dc:subject>PptxGenJS Presentation</dc:subject>
  <dc:creator>PptxGenJS</dc:creator>
  <cp:lastModifiedBy>PptxGenJS</cp:lastModifiedBy>
  <cp:revision>1</cp:revision>
  <dcterms:created xsi:type="dcterms:W3CDTF">2026-10-06T02:07:39Z</dcterms:created>
  <dcterms:modified xsi:type="dcterms:W3CDTF">2026-10-06T02:07:39Z</dcterms:modified>
</cp:coreProperties>
</file>