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04D38-2DA8-F8B4-6138-89B8C1FEB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0FB423-3F61-173D-53BF-B0822A59B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BB64E-9F2B-078D-0EEE-53D3B72F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870CF1-7874-0AEB-2B09-AD93B3F8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25686-FC28-1D6E-5D81-29CE9DAE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84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1A9E4-44E6-BB19-235A-B776706F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E51862-C330-5BCB-DC06-2551623D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2F757-0FB9-B96F-4675-0A6F317E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00F29-37DA-E4B6-3BE8-BD8BB89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26BA3-75EB-F32C-7413-5CB078F6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2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8D177-0878-A84D-8765-23D84C50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53A384-CA98-C5CE-FE48-729E6A262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A319A3-D671-9269-CC90-31A3F435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4AC50-8E3C-6D68-C5BD-84EB58D5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177A7A-C15D-425F-D0EB-F5C50B99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9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B721D-2322-4F6F-1514-3459AF9C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694B14-1242-10B7-F45D-D9D62BBBC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E0563-FD65-FFA3-AAFB-68EE19BAA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6B1C86-A39D-2240-4492-35D07CE3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44F50-432E-E03B-E428-32B7CA73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247A9-9BB9-1A2C-A8A2-619846BD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1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C2C95-65ED-EAF0-8AEF-185DBCDB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27A37-303F-3E99-B807-5B46C6FD1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28C1D4-31DA-871C-968D-A78E0ABF1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6746DF-54B1-B585-90CA-D50714105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DD351-B2A1-71CA-B46E-59ED222A8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D5954C-4DF7-C892-C578-D9FC1277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0464FE-005C-3C54-5FBF-E8B87707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3B008-F063-A3FD-8C99-9C12EDC0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88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8FCD8-4CAA-AA15-4B4E-F29D3C3A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C76CB5-AC55-71D3-14E2-3AEDDFD6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58AF89-BDF6-90DB-6C80-AA4F7552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DA5A7E-EAA0-ECCD-9143-B60CF250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7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6986A6-DAE7-557B-B6FE-F593F963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875452-CD33-341A-5287-7642B639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8E919-9E87-587F-2D61-8908F0CE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6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F6462-F825-8C03-4DF0-66A984EE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B9233-689E-58FB-43BF-C7BB21BE1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DC24F0-07B0-7623-9A00-46DB3EF51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DB351-BED1-19E5-124B-9FF1EF45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4F70C6-BF70-42D2-9531-BC5382BC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8A635B-242E-5F89-1251-72644E2D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83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DE5F3-8DF5-04E4-D843-7CA1AA68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A7E014-1327-8D49-86EC-278DB14AC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A5A8D-3225-ADF2-A153-1BC726FAC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5C8C49-2487-F92E-2BC3-EEFCFBA0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94AB7C-27B7-9171-5BBA-28CB3312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5918BB-3B22-9340-BAF3-DF97F7C2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0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7B1C7-DDFF-4FBC-EB7D-B3EAA353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56DC7F-A2DB-433D-7F4E-63721ACD6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034AC-65C2-4274-0CD8-EC344A4B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CF14B8-BFE5-140E-33CE-1E10F698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5DC2D-E75C-5068-7053-55A3C730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64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7304A1-278D-B334-4FC2-59C801125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D3C5C9-C4F3-5519-DDDA-3AC769704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11B28-FD5D-200B-2E9A-8979F55A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9875BC-C881-FD7D-E230-B393B519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6D6681-11FD-7B12-4BB7-BF4E1FE6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8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4DCFCD-92CC-71D7-1BEF-47EEB602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7B8E9-D159-0483-8AE4-2E5402006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2EB1-A13A-B4CC-FA84-5A4DBFDDE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FF052-745A-495C-A67A-9F6288948CD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E1861-F875-645E-3F4C-940554AE6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CFB11C-C3C7-AEED-BBD9-2353DC41D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1AFF1-1FB7-4DF8-A7E8-BE836A8F6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78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79613A-3D29-1D37-F2D5-CCCA6E599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061" y="426460"/>
            <a:ext cx="4823878" cy="60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3BEC2F-F131-C739-48F8-9FE4B4D2EE7C}"/>
              </a:ext>
            </a:extLst>
          </p:cNvPr>
          <p:cNvSpPr txBox="1"/>
          <p:nvPr/>
        </p:nvSpPr>
        <p:spPr>
          <a:xfrm>
            <a:off x="1082351" y="578498"/>
            <a:ext cx="54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gradlew</a:t>
            </a:r>
            <a:r>
              <a:rPr lang="en-US" altLang="ko-KR" dirty="0"/>
              <a:t> </a:t>
            </a:r>
            <a:r>
              <a:rPr lang="en-US" altLang="ko-KR" dirty="0" err="1"/>
              <a:t>compileJava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80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</cp:revision>
  <dcterms:created xsi:type="dcterms:W3CDTF">2026-09-21T03:40:12Z</dcterms:created>
  <dcterms:modified xsi:type="dcterms:W3CDTF">2026-09-21T03:40:37Z</dcterms:modified>
</cp:coreProperties>
</file>