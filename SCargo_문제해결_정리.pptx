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10123395-5ffe-2d87-0493-1a893a03cb55}">
          <p14:sldIdLst>
            <p14:sldId id="256"/>
          </p14:sldIdLst>
        </p14:section>
        <p14:section name="개요" id="{44fbb782-e5fe-312c-2116-628ce85d1326}">
          <p14:sldIdLst>
            <p14:sldId id="257"/>
          </p14:sldIdLst>
        </p14:section>
        <p14:section name="실행 환경" id="{549cec51-3f03-a52b-929c-0e43c5ab1207}">
          <p14:sldIdLst>
            <p14:sldId id="258"/>
          </p14:sldIdLst>
        </p14:section>
        <p14:section name="백엔드" id="{d8a84690-c8b2-d5b1-bcf6-6a0393b16623}">
          <p14:sldIdLst>
            <p14:sldId id="259"/>
          </p14:sldIdLst>
        </p14:section>
        <p14:section name="검사소" id="{c23c5d04-becb-0a3f-532e-092f5d123d66}">
          <p14:sldIdLst>
            <p14:sldId id="260"/>
          </p14:sldIdLst>
        </p14:section>
        <p14:section name="게이트" id="{2745ed24-42e7-aa32-34d9-3e1e66554ff8}">
          <p14:sldIdLst>
            <p14:sldId id="261"/>
            <p14:sldId id="262"/>
          </p14:sldIdLst>
        </p14:section>
        <p14:section name="마무리" id="{1baeab9b-86e8-a5f0-4214-3c4115551d13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SCargo 문제 해결 정리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게이트 OCR · 검사소(과적) · 게이트아웃 — 발생 문제와 해결 방법</a:t>
            </a:r>
            <a:endParaRPr lang="en-US" sz="2000" dirty="0"/>
          </a:p>
        </p:txBody>
      </p:sp>
      <p:sp>
        <p:nvSpPr>
          <p:cNvPr id="4" name="date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9"/>
                </a:solidFill>
              </a:rPr>
              <a:t>2026.10.02  ·  못먹어도 S카고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한눈에 보기</a:t>
            </a:r>
            <a:endParaRPr lang="en-US" sz="3000" dirty="0"/>
          </a:p>
        </p:txBody>
      </p:sp>
      <p:sp>
        <p:nvSpPr>
          <p:cNvPr id="3" name="stat0"/>
          <p:cNvSpPr/>
          <p:nvPr/>
        </p:nvSpPr>
        <p:spPr>
          <a:xfrm>
            <a:off x="548640" y="1371600"/>
            <a:ext cx="347472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17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해결한 문제</a:t>
            </a:r>
            <a:endParaRPr lang="en-US" sz="1400" dirty="0"/>
          </a:p>
        </p:txBody>
      </p:sp>
      <p:sp>
        <p:nvSpPr>
          <p:cNvPr id="6" name="stat1"/>
          <p:cNvSpPr/>
          <p:nvPr/>
        </p:nvSpPr>
        <p:spPr>
          <a:xfrm>
            <a:off x="4297680" y="1371600"/>
            <a:ext cx="347472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514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영역 (환경·백엔드·검사소·게이트)</a:t>
            </a:r>
            <a:endParaRPr lang="en-US" sz="1400" dirty="0"/>
          </a:p>
        </p:txBody>
      </p:sp>
      <p:sp>
        <p:nvSpPr>
          <p:cNvPr id="9" name="stat2"/>
          <p:cNvSpPr/>
          <p:nvPr/>
        </p:nvSpPr>
        <p:spPr>
          <a:xfrm>
            <a:off x="8046720" y="1371600"/>
            <a:ext cx="3474720" cy="182880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3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514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수정한 레이어 (Vue · Spring · FastAPI)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업무 흐름</a:t>
            </a:r>
            <a:endParaRPr lang="en-US" sz="1800" dirty="0"/>
          </a:p>
        </p:txBody>
      </p:sp>
      <p:sp>
        <p:nvSpPr>
          <p:cNvPr id="13" name="flow0"/>
          <p:cNvSpPr/>
          <p:nvPr/>
        </p:nvSpPr>
        <p:spPr>
          <a:xfrm>
            <a:off x="548640" y="4206240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206240"/>
            <a:ext cx="19202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게이트인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(ENTRY OCR)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42062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▶</a:t>
            </a:r>
            <a:endParaRPr lang="en-US" sz="1600" dirty="0"/>
          </a:p>
        </p:txBody>
      </p:sp>
      <p:sp>
        <p:nvSpPr>
          <p:cNvPr id="16" name="flow1"/>
          <p:cNvSpPr/>
          <p:nvPr/>
        </p:nvSpPr>
        <p:spPr>
          <a:xfrm>
            <a:off x="2834640" y="4206240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34640" y="4206240"/>
            <a:ext cx="19202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상하차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완료(COMPLETED)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42062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▶</a:t>
            </a:r>
            <a:endParaRPr lang="en-US" sz="1600" dirty="0"/>
          </a:p>
        </p:txBody>
      </p:sp>
      <p:sp>
        <p:nvSpPr>
          <p:cNvPr id="19" name="flow2"/>
          <p:cNvSpPr/>
          <p:nvPr/>
        </p:nvSpPr>
        <p:spPr>
          <a:xfrm>
            <a:off x="5120640" y="4206240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0" y="4206240"/>
            <a:ext cx="19202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검사소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계량 1회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42062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▶</a:t>
            </a:r>
            <a:endParaRPr lang="en-US" sz="1600" dirty="0"/>
          </a:p>
        </p:txBody>
      </p:sp>
      <p:sp>
        <p:nvSpPr>
          <p:cNvPr id="22" name="flow3"/>
          <p:cNvSpPr/>
          <p:nvPr/>
        </p:nvSpPr>
        <p:spPr>
          <a:xfrm>
            <a:off x="7406640" y="4206240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0" y="4206240"/>
            <a:ext cx="19202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과적 판정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is_violation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42062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▶</a:t>
            </a:r>
            <a:endParaRPr lang="en-US" sz="1600" dirty="0"/>
          </a:p>
        </p:txBody>
      </p:sp>
      <p:sp>
        <p:nvSpPr>
          <p:cNvPr id="25" name="flow4"/>
          <p:cNvSpPr/>
          <p:nvPr/>
        </p:nvSpPr>
        <p:spPr>
          <a:xfrm>
            <a:off x="9692640" y="4206240"/>
            <a:ext cx="192024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92640" y="4206240"/>
            <a:ext cx="19202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게이트아웃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(EXIT OCR)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게이트아웃은 상하차 COMPLETED + 이번 방문 과적 통과 차량만 허용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① 실행 환경 문제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692640" y="45720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환경 · 실행</a:t>
            </a:r>
            <a:endParaRPr lang="en-US" sz="1200" dirty="0"/>
          </a:p>
        </p:txBody>
      </p:sp>
      <p:graphicFrame>
        <p:nvGraphicFramePr>
          <p:cNvPr id="4" name="issu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749040"/>
                <a:gridCol w="4937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문제</a:t>
                      </a:r>
                      <a:endParaRPr lang="en-US" sz="15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원인</a:t>
                      </a:r>
                      <a:endParaRPr lang="en-US" sz="15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해결</a:t>
                      </a:r>
                      <a:endParaRPr lang="en-US" sz="15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STS 수정 미반영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외부에서 고친 파일을 STS가 다시 컴파일하지 않음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F5 새로고침 → Project ▸ Clean → Terminate 후 재실행 (bin/main 클래스 시각으로 확인)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포트 8080 충돌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이전 백엔드 프로세스가 살아 있음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PowerShell: Stop-Process -Id (Get-NetTCPConnection -LocalPort 8080 -State Listen).OwningProcess -Force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PowerShell for 오류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cmd 전용 for 구문을 PowerShell에서 실행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cmd는 netstat + taskkill /PID, PowerShell은 위 Stop-Process 사용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세션 역직렬화 에러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재시작 시 이전 세션 파일을 복원하다 실패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application.yml: server.servlet.session.persistent: false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git push 실패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원격 저장소 주소/권한 불일치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본인 저장소(mussinv6-commits/scargo)로 remote 지정 후 push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② 백엔드 병합 · 데이터 문제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692640" y="45720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백엔드</a:t>
            </a:r>
            <a:endParaRPr lang="en-US" sz="1200" dirty="0"/>
          </a:p>
        </p:txBody>
      </p:sp>
      <p:graphicFrame>
        <p:nvGraphicFramePr>
          <p:cNvPr id="5" name="issu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749040"/>
                <a:gridCol w="4937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문제</a:t>
                      </a:r>
                      <a:endParaRPr lang="en-US" sz="15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원인</a:t>
                      </a:r>
                      <a:endParaRPr lang="en-US" sz="15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해결</a:t>
                      </a:r>
                      <a:endParaRPr lang="en-US" sz="15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백엔드 폴더 2개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루트 scargo/ 와 backend/scargo 가 서로 다른 기능 보유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backend/scargo 로 통합 (병합_안내_261002.md), 루트 scargo/ 는 삭제 대상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로그인 풀림 / 403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미인증 요청이 로그인 페이지 리다이렉트로 처리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SecurityConfig: /error permitAll + HttpStatusEntryPoint(401), 팀원 필터 유지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팀원 파일 줄바꿈 깨짐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빈 줄이 두 배로 들어간 상태로 전달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줄바꿈 정규화 후 토큰/AST로 검증하고 병합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컨테이너 수동 선택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검사소 화면에서 컨테이너를 직접 골라야 했음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DB 매핑 데이터를 자동 조회해 차량별 컨테이너 자동 반영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실시간 컨테이너 미배정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게이트 OCR 직후 컨테이너 연결 조회 누락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대기열 조회 시 컨테이너 정보를 함께 조회하도록 수정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③ 검사소(과적) 계량 문제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692640" y="45720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검사소</a:t>
            </a:r>
            <a:endParaRPr lang="en-US" sz="1200" dirty="0"/>
          </a:p>
        </p:txBody>
      </p:sp>
      <p:graphicFrame>
        <p:nvGraphicFramePr>
          <p:cNvPr id="6" name="issu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749040"/>
                <a:gridCol w="4937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문제</a:t>
                      </a:r>
                      <a:endParaRPr lang="en-US" sz="15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원인</a:t>
                      </a:r>
                      <a:endParaRPr lang="en-US" sz="15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해결</a:t>
                      </a:r>
                      <a:endParaRPr lang="en-US" sz="15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과적 2번 측정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게이트아웃(EXIT) 기록도 계량 대기열에 다시 올라옴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getQueue 에서 EXIT 기록·이미 계량한 차량 제외, 재계량 요청은 409 반환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총중량에 컨테이너 누락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축중 합계에 트럭만 반영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트럭 자중 + 컨테이너 자중 + 화물 = 총중량, vgmWeightKg 저장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중복 과적 기록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수정 전 2회 계량으로 쌓인 데이터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DB에서 중복 행 삭제 (수정 후엔 재발 안 함)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미니 플레이어 깨짐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CSS 클래스 wb-mini 이름 충돌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미니 플레이어 클래스를 wb-pip* 로 분리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명칭 혼재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계중대 / 검사소 용어가 섞여 있음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화면·API·주석 14개 파일 일괄 "검사소"로 통일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④ 게이트 OCR · 게이트아웃 문제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692640" y="45720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게이트</a:t>
            </a:r>
            <a:endParaRPr lang="en-US" sz="1200" dirty="0"/>
          </a:p>
        </p:txBody>
      </p:sp>
      <p:graphicFrame>
        <p:nvGraphicFramePr>
          <p:cNvPr id="7" name="issu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문제</a:t>
                      </a:r>
                      <a:endParaRPr lang="en-US" sz="15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원인</a:t>
                      </a:r>
                      <a:endParaRPr lang="en-US" sz="15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해결</a:t>
                      </a:r>
                      <a:endParaRPr lang="en-US" sz="1500" dirty="0"/>
                    </a:p>
                  </a:txBody>
                  <a:tcPr marL="91440" marR="91440" marT="54864" marB="54864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EXIT 사진 못 찾음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ENTRY 사진 경로를 메모리에만 저장 → gate_api 재시작 시 유실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게이트_수신함 processed → inbox → failed 폴더 순으로 재검색 + 중복 사진 정리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과적 차량도 출차 가능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게이트아웃 버튼에 과적 조건 없음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화면: 과적 통과일 때만 버튼 활성 / gate_api: 미통과면 409 거부 (이중 차단)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다른 차량 진입 불가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한 대씩 ENTRY→대기→EXIT 순서 고정 + localStorage 값에 의존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구내 차량 목록 방식: 게이트인 항상 가능, 차량마다 게이트아웃 버튼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지난 방문 기록 섞임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재입차 차량에 이전 상하차·과적 기록이 매칭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이번 게이트인 시각 이후 과적 기록만, 상하차는 recordId 최신 1건만 사용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DB는 정상인데 화면은 과적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최종통과(is_passed) 컬럼만 보고 판정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과적 여부(is_violation) 기준으로 판정 통일 (화면 + gate_api)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게이트아웃 판정 규칙 (최종)</a:t>
            </a:r>
            <a:endParaRPr lang="en-US" sz="3000" dirty="0"/>
          </a:p>
        </p:txBody>
      </p:sp>
      <p:sp>
        <p:nvSpPr>
          <p:cNvPr id="3" name="tag"/>
          <p:cNvSpPr txBox="1"/>
          <p:nvPr/>
        </p:nvSpPr>
        <p:spPr>
          <a:xfrm>
            <a:off x="9692640" y="457200"/>
            <a:ext cx="192024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게이트</a:t>
            </a:r>
            <a:endParaRPr lang="en-US" sz="1200" dirty="0"/>
          </a:p>
        </p:txBody>
      </p:sp>
      <p:sp>
        <p:nvSpPr>
          <p:cNvPr id="4" name="st0"/>
          <p:cNvSpPr/>
          <p:nvPr/>
        </p:nvSpPr>
        <p:spPr>
          <a:xfrm>
            <a:off x="548640" y="1325880"/>
            <a:ext cx="56692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258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⏳ 검사소 대기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325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이번 방문 과적 기록 없음</a:t>
            </a:r>
            <a:endParaRPr lang="en-US" sz="1300" dirty="0"/>
          </a:p>
        </p:txBody>
      </p:sp>
      <p:sp>
        <p:nvSpPr>
          <p:cNvPr id="7" name="st1"/>
          <p:cNvSpPr/>
          <p:nvPr/>
        </p:nvSpPr>
        <p:spPr>
          <a:xfrm>
            <a:off x="548640" y="2468880"/>
            <a:ext cx="56692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4688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⏳ 상하차 진행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468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상하차 COMPLETED 아님</a:t>
            </a:r>
            <a:endParaRPr lang="en-US" sz="1300" dirty="0"/>
          </a:p>
        </p:txBody>
      </p:sp>
      <p:sp>
        <p:nvSpPr>
          <p:cNvPr id="10" name="st2"/>
          <p:cNvSpPr/>
          <p:nvPr/>
        </p:nvSpPr>
        <p:spPr>
          <a:xfrm>
            <a:off x="548640" y="3611880"/>
            <a:ext cx="56692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6118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⛔ 과적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3611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is_violation = true → 재계량 통과 필요</a:t>
            </a:r>
            <a:endParaRPr lang="en-US" sz="1300" dirty="0"/>
          </a:p>
        </p:txBody>
      </p:sp>
      <p:sp>
        <p:nvSpPr>
          <p:cNvPr id="13" name="st3"/>
          <p:cNvSpPr/>
          <p:nvPr/>
        </p:nvSpPr>
        <p:spPr>
          <a:xfrm>
            <a:off x="548640" y="4754880"/>
            <a:ext cx="56692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7548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✅ 출차 가능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4754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COMPLETED + is_violation = false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325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이중 차단 구조</a:t>
            </a:r>
            <a:endParaRPr lang="en-US" sz="1800" dirty="0"/>
          </a:p>
        </p:txBody>
      </p:sp>
      <p:sp>
        <p:nvSpPr>
          <p:cNvPr id="17" name="rules"/>
          <p:cNvSpPr txBox="1"/>
          <p:nvPr/>
        </p:nvSpPr>
        <p:spPr>
          <a:xfrm>
            <a:off x="6675120" y="18288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화면 (GateDemo.vue)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3초마다 차량별 상하차·과적 상태 조회, 조건 불충족 시 버튼 비활성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서버 (gate_api.py)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EXIT 요청 시 DB 최신 과적 결과 재확인, 미통과면 409 거부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기록 범위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게이트인 시각(−5초) 이후 기록만 사용 → 이전 방문과 분리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5394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예외: 이번 수정 전에 들어온 차량은 목록에서 ✕ 후 다시 게이트인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적용 체크리스트 · 남은 작업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재시작 순서</a:t>
            </a:r>
            <a:endParaRPr lang="en-US" sz="1800" dirty="0"/>
          </a:p>
        </p:txBody>
      </p:sp>
      <p:sp>
        <p:nvSpPr>
          <p:cNvPr id="4" name="n0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STS F5 → Clean → 백엔드 재시작 (8080)</a:t>
            </a:r>
            <a:endParaRPr lang="en-US" sz="1400" dirty="0"/>
          </a:p>
        </p:txBody>
      </p:sp>
      <p:sp>
        <p:nvSpPr>
          <p:cNvPr id="7" name="n1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97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gate_api.py 재시작 (8001)</a:t>
            </a:r>
            <a:endParaRPr lang="en-US" sz="1400" dirty="0"/>
          </a:p>
        </p:txBody>
      </p:sp>
      <p:sp>
        <p:nvSpPr>
          <p:cNvPr id="10" name="n2"/>
          <p:cNvSpPr/>
          <p:nvPr/>
        </p:nvSpPr>
        <p:spPr>
          <a:xfrm>
            <a:off x="548640" y="3566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566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브라우저 F5 (5173)</a:t>
            </a:r>
            <a:endParaRPr lang="en-US" sz="1400" dirty="0"/>
          </a:p>
        </p:txBody>
      </p:sp>
      <p:sp>
        <p:nvSpPr>
          <p:cNvPr id="13" name="n3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434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새 차량으로 게이트인 → 검사소 → 게이트아웃 확인</a:t>
            </a:r>
            <a:endParaRPr lang="en-US" sz="1400" dirty="0"/>
          </a:p>
        </p:txBody>
      </p:sp>
      <p:sp>
        <p:nvSpPr>
          <p:cNvPr id="16" name="todoBox"/>
          <p:cNvSpPr/>
          <p:nvPr/>
        </p:nvSpPr>
        <p:spPr>
          <a:xfrm>
            <a:off x="6400800" y="1280160"/>
            <a:ext cx="5212080" cy="4206240"/>
          </a:xfrm>
          <a:prstGeom prst="roundRect">
            <a:avLst>
              <a:gd name="adj" fmla="val 32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1463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남은 작업</a:t>
            </a:r>
            <a:endParaRPr lang="en-US" sz="1800" dirty="0"/>
          </a:p>
        </p:txBody>
      </p:sp>
      <p:sp>
        <p:nvSpPr>
          <p:cNvPr id="18" name="todo"/>
          <p:cNvSpPr txBox="1"/>
          <p:nvPr/>
        </p:nvSpPr>
        <p:spPr>
          <a:xfrm>
            <a:off x="6675120" y="20116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중복 과적 기록 DB 정리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루트 scargo/ · 새 폴더 (3) 삭제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재입차 시 PENDING 상하차 기록 생성 확인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최신 코드 git push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Cargo">
  <a:themeElements>
    <a:clrScheme name="SafeCargo">
      <a:dk1>
        <a:srgbClr val="1B2333"/>
      </a:dk1>
      <a:lt1>
        <a:srgbClr val="FFFFFF"/>
      </a:lt1>
      <a:dk2>
        <a:srgbClr val="14284B"/>
      </a:dk2>
      <a:lt2>
        <a:srgbClr val="EEF2F8"/>
      </a:lt2>
      <a:accent1>
        <a:srgbClr val="F28C28"/>
      </a:accent1>
      <a:accent2>
        <a:srgbClr val="14284B"/>
      </a:accent2>
      <a:accent3>
        <a:srgbClr val="2E8B57"/>
      </a:accent3>
      <a:accent4>
        <a:srgbClr val="C0392B"/>
      </a:accent4>
      <a:accent5>
        <a:srgbClr val="5B6B84"/>
      </a:accent5>
      <a:accent6>
        <a:srgbClr val="FCE7D2"/>
      </a:accent6>
      <a:hlink>
        <a:srgbClr val="1F5FAF"/>
      </a:hlink>
      <a:folHlink>
        <a:srgbClr val="6B4FA0"/>
      </a:folHlink>
    </a:clrScheme>
    <a:fontScheme name="SafeCargo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SCargo 문제 해결 정리</dc:title>
  <dc:subject>PptxGenJS Presentation</dc:subject>
  <dc:creator>PptxGenJS</dc:creator>
  <cp:lastModifiedBy>PptxGenJS</cp:lastModifiedBy>
  <cp:revision>1</cp:revision>
  <dcterms:created xsi:type="dcterms:W3CDTF">2026-10-02T04:42:31Z</dcterms:created>
  <dcterms:modified xsi:type="dcterms:W3CDTF">2026-10-02T04:42:31Z</dcterms:modified>
</cp:coreProperties>
</file>