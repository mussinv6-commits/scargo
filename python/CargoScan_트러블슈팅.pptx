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트러블슈팅 정리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 설정 오류 &amp; 파일 동기화 실패 대응 기록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2026-09-28 ~ 2026-09-29 · adaptive_imgsz 개선 작업 중 발생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요약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두 층위의 문제가 연속으로 발생 — 실행 환경 문제, 파일 동기화 문제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실행 환경 미스매치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미검출 → easyocr 누락 → 잘못된 환경 추천 2회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5개 환경 점검 끝에 yolo 환경(GPU+easyocr)으로 확정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9A2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device_commit_files 동기화 실패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632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커밋이 "성공" 응답을 받았지만 실제 PC 파일에는 반영 안 됨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사용자가 옛 코드로 테스트 → 결과 해석 오류로 이어짐(재검증 필요)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트러블슈팅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1 · conda 환경 미스매치 — 경과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1737360"/>
            <a:ext cx="95554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0" y="17373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cpu_build_env에서 실행 → torch.cuda.is_available() = False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57400" y="2651760"/>
            <a:ext cx="95554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6000" y="26517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환경으로 전환 → ModuleNotFoundError: No module named 'easyocr'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57400" y="3566160"/>
            <a:ext cx="95554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0" y="35661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환경 일괄 점검(conda run) → base: OMP DLL 충돌 / its: GPU+easyocr 정상 / plate_build·plate_dist: GPU 미검출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4480560"/>
            <a:ext cx="95554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86000" y="44805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추천 → 반려(다른 개인 프로젝트 전용 환경, 재사용 불가)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1E82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94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57400" y="5394960"/>
            <a:ext cx="955548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86000" y="53949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환경은 easyocr import 시점에서 죽어 GPU 상태 미확인 상태였음 → pip install easyocr 후 재확인 → GPU 정상 확인, 최종 채택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트러블슈팅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2 · device_commit_files 동기화 실패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"커밋 성공" 응답 ≠ 실제 파일 반영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2632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 → 발견 과정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adaptive_imgsz 커밋 후 device_commit_files가 {written:[...], rejected:[]}로 성공 응답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재실행한 결과(666/767)가 개선 전 수치와 통계적으로 동일 → 의심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헤더를 다시 확인해보니 "적용된YOLO_imgsz" 컬럼 자체가 없음(13컬럼, 14컬럼이어야 정상)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온디바이스 batch_test_images.py를 재-스테이징해서 직접 grep → adaptive_imgsz 0건 검출, 파일 크기도 24460바이트(구버전) vs 로컬 26343바이트(신버전)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0F3D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D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 &amp; 검증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device_commit_files를 force: true 옵션으로 재실행하여 올바른 26343바이트 파일 강제 반영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재스테이징 후 grep -n "adaptive_imgsz"로 재확인 → 192줄, 406줄에서 매치 확인 → 이번엔 진짜 반영됨을 확정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사용자에게 직전 결과(666/767)가 구버전 코드 기준임을 알리고 동일 환경에서 재실행 요청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추정: 클라우드 동기화 지연 또는 경쟁 상태(race condition) — 정확한 근본 원인은 미확정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트러블슈팅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교훈 · 앞으로의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345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08760" y="18288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환경은 이름이 아니라 실측으로 확인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1945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이름만 보고 추천하지 말고, torch.cuda.is_available() + 필요 패키지 import를 모두 통과하는지 직접 확인 후 추천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23260"/>
            <a:ext cx="457200" cy="457200"/>
          </a:xfrm>
          <a:prstGeom prst="ellipse">
            <a:avLst/>
          </a:prstGeom>
          <a:solidFill>
            <a:srgbClr val="5C3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3017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프로젝트 전용 환경은 재사용하지 않음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3832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환경처럼 다른 개인 프로젝트에 묶인 환경은 CargoScan 작업에 재사용하지 않기로 확정(yolo 환경 전용 사용)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4119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08760" y="42062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"성공" 응답을 그대로 신뢰하지 않음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5720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device_commit_files가 성공을 반환해도, 재스테이징 후 grep/파일 크기로 실제 반영 여부를 확인한 다음에만 사용자에게 재실행을 요청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60070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949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재실행 전 결과 해석용 기준선(baseline) 명시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7607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변경 전/후 비교 시 CSV에 어떤 컬럼이 있어야 신버전인지 미리 정해두면 다음에도 빠르게 검증 가능(예: 적용된YOLO_imgsz 컬럼)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CargoScan 트러블슈팅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2026-09-28T23:33:05Z</dcterms:created>
  <dcterms:modified xsi:type="dcterms:W3CDTF">2026-09-28T23:33:05Z</dcterms:modified>
</cp:coreProperties>
</file>