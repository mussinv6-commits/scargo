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전체 767장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B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2줄 정확도</c:v>
                  </c:pt>
                  <c:pt idx="1">
                    <c:v>1줄 정확도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84.2</c:v>
                </c:pt>
                <c:pt idx="1">
                  <c:v>89.5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29장 제외(738장)</c:v>
                </c:pt>
              </c:strCache>
            </c:strRef>
          </c:tx>
          <c:spPr>
            <a:solidFill>
              <a:srgbClr val="9AB6E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B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2줄 정확도</c:v>
                  </c:pt>
                  <c:pt idx="1">
                    <c:v>1줄 정확도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88.4</c:v>
                </c:pt>
                <c:pt idx="1">
                  <c:v>90.5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1B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1B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7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CargoScan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4231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2줄 번호판 OCR 정확도 개선 작업 정리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진단 → 원인 규명 → 개선 시도까지의 작업 이력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2026-09-28 ~ 2026-09-29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작업 개요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2줄 번호판 인식 정확도 84.2%에서 출발해 4단계로 진행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157734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1488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71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확신도 정규화 진단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947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beam-search 확신도의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T(타임스텝) 편향 분석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82880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4503420" y="2148840"/>
            <a:ext cx="640080" cy="640080"/>
          </a:xfrm>
          <a:prstGeom prst="ellipse">
            <a:avLst/>
          </a:prstGeom>
          <a:solidFill>
            <a:srgbClr val="5C3D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21488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971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원인 규명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7947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29장 고해상도 노란색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영업용 번호판 배치 발견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429500" y="214884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0" y="21488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2971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개선 시도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37947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adaptive_imgsz() 구현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(YOLO 추론 해상도 적응)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326880" y="182880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355580" y="2148840"/>
            <a:ext cx="640080" cy="64008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21488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509760" y="2971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재검증 대기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509760" y="37947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 환경(yolo) 확정,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재실행 결과 대기 중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CargoScan 개발 작업 이력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진단 1 · 확신도 정규화(T-normalization)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(확인됨)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ctc_beam_search_decode()의 확신도는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T(타임스텝) 정규화가 안 된 결합확률</a:t>
            </a:r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2줄 번호판은 unwrap_two_line()이 위/아래 줄을 옆으로 이어붙여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T가 1줄의 약 2배(중앙값 80 vs 39)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늘어남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같은 글자 정확도라도 확신도 값이 구조적으로 더 낮게 나와 threshold(0.5) 통과율이 1줄보다 크게 낮음(27% vs 7.6% 폴백)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CEE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3796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실측 결과 (767장 기준)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 없음 → 프로덕션 코드 변경 안 함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51460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임계값을 낮춰 2줄 저확신도 사례를 구제하면 정확히 일치는 665→669건(+4)으로 미미하게 늘지만, 오답은 28→40~57건으로 거의 2배 증가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진단(estimate_timesteps/normalized_confidence)은 진단용 함수로 코드에 남기되, 실제 임계값·판정 로직은 그대로 유지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CargoScan 개발 작업 이력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진단 2 · 핵심 발견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"2줄이라서 어려운 게 아니라, 이 29장 자체가 어려웠다"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1C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004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767장 중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초고해상도(4624×3468)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노란색 영업용 번호판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1737360"/>
            <a:ext cx="7223760" cy="4480560"/>
          </a:xfrm>
          <a:prstGeom prst="roundRect">
            <a:avLst>
              <a:gd name="adj" fmla="val 1633"/>
            </a:avLst>
          </a:prstGeom>
          <a:solidFill>
            <a:srgbClr val="2632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09160" y="2011680"/>
            <a:ext cx="6583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특징: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738장(1536×2048, 500~900KB)과 완전히 다른 모집단 — 해상도 약 8배, 전부 노란 영업용(화물) 번호판, 대부분 후면 촬영
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29장만의 정확도: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20.7%(6/29), 검출 실패 3건
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어려운가: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번호판 옆에 반사판·경고 삼각형 등 비슷한 노란/주황 요소가 붙어 있어 YOLO/CRNN이 주로 학습한 흰색 자가용·전면 촬영 분포와 크게 다름
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결론: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 문제가 아니라 학습 데이터 대표성 문제 — 코드 변경 없이 원인만 확정, 재학습 시 이 유형 데이터 보강이 다음 조치로 제안됨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CargoScan 개발 작업 이력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정량 비교 · 29장 제외 시 격차 절반으로 감소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463040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13816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2줄 정확도 격차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19659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2.1%p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7863840" y="3840480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138160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전체(738장) 정확도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43434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8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89.3%</a:t>
            </a:r>
            <a:endParaRPr lang="en-US" sz="38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CargoScan 개발 작업 이력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개선 시도 · adaptive_imgsz()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batch_test_images.py — YOLO 추론 해상도를 원본 이미지 크기에 맞춰 적응적으로 조정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760720" cy="4480560"/>
          </a:xfrm>
          <a:prstGeom prst="roundRect">
            <a:avLst>
              <a:gd name="adj" fmla="val 1633"/>
            </a:avLst>
          </a:prstGeom>
          <a:solidFill>
            <a:srgbClr val="0F1B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 방식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adaptive_imgsz(img, base_imgsz):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long_side = max(img.shape[:2])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long_side &lt;= base_imgsz * 2: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base_imgsz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 = base_imgsz * 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((target + 31) // 32) * 32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3434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 이미지 긴 변이 기준 imgsz의 2배를 넘으면 추론 해상도를 2배로 올림 (32의 배수로 보정, YOLO stride 제약)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691640"/>
            <a:ext cx="5029200" cy="4480560"/>
          </a:xfrm>
          <a:prstGeom prst="roundRect">
            <a:avLst>
              <a:gd name="adj" fmla="val 1633"/>
            </a:avLst>
          </a:prstGeom>
          <a:solidFill>
            <a:srgbClr val="FFF6D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903720" y="1920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237744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29장 하드 배치(4624×3468)는 고정 imgsz(960)로 추론 시 일반 이미지(1536×2048)보다 4~5배 더 심하게 축소됨 → 번호판 영역이 과도하게 작아져 YOLO 검출 확신도 자체가 낮아질 가능성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4343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상태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47091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완료, PC에 반영 확인됨(파일 동기화 오류로 1차 테스트는 이전 코드로 실행됨 → 재수정 후 재검증 대기 중)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CargoScan 개발 작업 이력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인프라 · 실행 환경(conda) 정리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+ EasyOCR이 모두 되는 환경을 찾기까지 5개 환경을 점검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84832" cy="393192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210312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cpu_build_env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880360"/>
            <a:ext cx="1865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미검출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(CPU 전용)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51206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16352" y="1920240"/>
            <a:ext cx="2084832" cy="393192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26080" y="210312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880360"/>
            <a:ext cx="1865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 DLL 충돌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(확인 불가)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51206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84064" y="1920240"/>
            <a:ext cx="2084832" cy="393192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93792" y="210312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93792" y="2880360"/>
            <a:ext cx="1865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GPU·EasyOCR 정상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다른 개인 프로젝트 전용,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재사용 불가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193792" y="51206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51776" y="1920240"/>
            <a:ext cx="2084832" cy="393192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61504" y="210312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plate_build 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plate_dist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461504" y="2880360"/>
            <a:ext cx="1865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미검출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(빌드용 환경)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461504" y="51206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19488" y="1920240"/>
            <a:ext cx="2084832" cy="3931920"/>
          </a:xfrm>
          <a:prstGeom prst="roundRect">
            <a:avLst>
              <a:gd name="adj" fmla="val 3509"/>
            </a:avLst>
          </a:prstGeom>
          <a:solidFill>
            <a:srgbClr val="E8F5E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729216" y="210312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729216" y="2880360"/>
            <a:ext cx="1865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8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정상 +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8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설치 완료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8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최종 채택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729216" y="51206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채택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CargoScan 개발 작업 이력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현재 상태 &amp; 다음 단계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2632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상태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adaptive_imgsz() 구현 완료,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8D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반영 확인됨</a:t>
            </a:r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환경(GPU+EasyOCR)에서 재실행 대기 중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직전 실행(666/767, 2줄 84.5%)은 파일 동기화 오류로 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5B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 코드로 진행됨 → 무효</a:t>
            </a:r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효과 검증은 아직 이루어지지 않음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3796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1488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yolo 환경에서 batch_test_images.py 재실행 → adaptive_imgsz 실제 효과 확인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31089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효과가 있으면 plate_detector_gui.py, gate_live_demo.py에도 동일 로직 적용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40690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효과가 없으면 재학습 데이터에 29장 유형(노란 영업용·후면·고해상도) 보강 검토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CargoScan 개발 작업 이력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2026-09-28T23:29:44Z</dcterms:created>
  <dcterms:modified xsi:type="dcterms:W3CDTF">2026-09-28T23:29:44Z</dcterms:modified>
</cp:coreProperties>
</file>