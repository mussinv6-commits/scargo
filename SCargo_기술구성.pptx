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58f9e04b-512f-79d4-2383-b4c1b32a85c8}">
          <p14:sldIdLst>
            <p14:sldId id="256"/>
          </p14:sldIdLst>
        </p14:section>
        <p14:section name="전체 구조" id="{c6df51dd-2336-3344-12dd-c957e9acc5a3}">
          <p14:sldIdLst>
            <p14:sldId id="257"/>
          </p14:sldIdLst>
        </p14:section>
        <p14:section name="프론트엔드" id="{097fabb3-d594-4cf7-259d-6056083372e2}">
          <p14:sldIdLst>
            <p14:sldId id="258"/>
            <p14:sldId id="259"/>
            <p14:sldId id="260"/>
            <p14:sldId id="261"/>
          </p14:sldIdLst>
        </p14:section>
        <p14:section name="백엔드" id="{70c83107-30d6-de9a-fdb8-b71be99aa544}">
          <p14:sldIdLst>
            <p14:sldId id="262"/>
            <p14:sldId id="263"/>
            <p14:sldId id="264"/>
            <p14:sldId id="265"/>
          </p14:sldIdLst>
        </p14:section>
        <p14:section name="파이썬" id="{8566f657-5117-64b5-6b46-5fa611c7cac6}">
          <p14:sldIdLst>
            <p14:sldId id="266"/>
            <p14:sldId id="267"/>
            <p14:sldId id="268"/>
            <p14:sldId id="269"/>
          </p14:sldIdLst>
        </p14:section>
        <p14:section name="정리" id="{29920294-16e8-9032-56cb-c6851aa9546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E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SCargo 기술 구성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프론트엔드 · 백엔드 · 파이썬(OCR) — 어떤 기술을 쓰고 어떻게 동작하는가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</a:rPr>
              <a:t>SafeCargo  ·  못먹어도 S카고  ·  2026.10.02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전체 시스템 구조</a:t>
            </a:r>
            <a:endParaRPr lang="en-US" sz="3000" dirty="0"/>
          </a:p>
        </p:txBody>
      </p:sp>
      <p:sp>
        <p:nvSpPr>
          <p:cNvPr id="3" name="node0"/>
          <p:cNvSpPr/>
          <p:nvPr/>
        </p:nvSpPr>
        <p:spPr>
          <a:xfrm>
            <a:off x="548640" y="1463040"/>
            <a:ext cx="3017520" cy="1463040"/>
          </a:xfrm>
          <a:prstGeom prst="roundRect">
            <a:avLst>
              <a:gd name="adj" fmla="val 7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Frontend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Vue 3 + Vite  :5173</a:t>
            </a:r>
            <a:endParaRPr lang="en-US" sz="1400" dirty="0"/>
          </a:p>
        </p:txBody>
      </p:sp>
      <p:sp>
        <p:nvSpPr>
          <p:cNvPr id="6" name="node1"/>
          <p:cNvSpPr/>
          <p:nvPr/>
        </p:nvSpPr>
        <p:spPr>
          <a:xfrm>
            <a:off x="4572000" y="1463040"/>
            <a:ext cx="301752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Backend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Spring Boot 3.3  :8080</a:t>
            </a:r>
            <a:endParaRPr lang="en-US" sz="1400" dirty="0"/>
          </a:p>
        </p:txBody>
      </p:sp>
      <p:sp>
        <p:nvSpPr>
          <p:cNvPr id="9" name="node2"/>
          <p:cNvSpPr/>
          <p:nvPr/>
        </p:nvSpPr>
        <p:spPr>
          <a:xfrm>
            <a:off x="8595360" y="1463040"/>
            <a:ext cx="301752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Database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PostgreSQL  :5432</a:t>
            </a:r>
            <a:endParaRPr lang="en-US" sz="1400" dirty="0"/>
          </a:p>
        </p:txBody>
      </p:sp>
      <p:sp>
        <p:nvSpPr>
          <p:cNvPr id="12" name="node3"/>
          <p:cNvSpPr/>
          <p:nvPr/>
        </p:nvSpPr>
        <p:spPr>
          <a:xfrm>
            <a:off x="4572000" y="4023360"/>
            <a:ext cx="301752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Gate OCR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Python FastAPI  :8001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11880" y="2194560"/>
            <a:ext cx="914400" cy="0"/>
          </a:xfrm>
          <a:prstGeom prst="line">
            <a:avLst/>
          </a:prstGeom>
          <a:noFill/>
          <a:ln w="25400">
            <a:solidFill>
              <a:srgbClr val="5B6B84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61188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REST · 세션쿠키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35240" y="2194560"/>
            <a:ext cx="914400" cy="0"/>
          </a:xfrm>
          <a:prstGeom prst="line">
            <a:avLst/>
          </a:prstGeom>
          <a:noFill/>
          <a:ln w="25400">
            <a:solidFill>
              <a:srgbClr val="5B6B84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63524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JPA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2971800"/>
            <a:ext cx="0" cy="1005840"/>
          </a:xfrm>
          <a:prstGeom prst="line">
            <a:avLst/>
          </a:prstGeom>
          <a:noFill/>
          <a:ln w="25400">
            <a:solidFill>
              <a:srgbClr val="5B6B84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1792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gate-log 등록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(POST)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57400" y="2971800"/>
            <a:ext cx="2468880" cy="1737360"/>
          </a:xfrm>
          <a:prstGeom prst="line">
            <a:avLst/>
          </a:prstGeom>
          <a:noFill/>
          <a:ln w="25400">
            <a:solidFill>
              <a:srgbClr val="5B6B84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91440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게이트 스캔 요청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POST /scan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35240" y="4754880"/>
            <a:ext cx="2468880" cy="-1783080"/>
          </a:xfrm>
          <a:prstGeom prst="line">
            <a:avLst/>
          </a:prstGeom>
          <a:noFill/>
          <a:ln w="25400">
            <a:solidFill>
              <a:srgbClr val="5B6B84"/>
            </a:solidFill>
            <a:prstDash val="dash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05256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차량 조회·과적 확인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(pg8000)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게이트 사진 → OCR(Python) → 기록 저장(Spring) → 화면 실시간 반영(Vue 3초 폴링)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01  프론트엔드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E6"/>
                </a:solidFill>
              </a:rPr>
              <a:t>Vue 3 · Vite · Axios · Leaflet — 관리자 / 기업 / 기사 화면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프론트엔드 기술 스택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Frontend</a:t>
            </a:r>
            <a:endParaRPr lang="en-US" sz="1300" dirty="0"/>
          </a:p>
        </p:txBody>
      </p:sp>
      <p:graphicFrame>
        <p:nvGraphicFramePr>
          <p:cNvPr id="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7223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기술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버전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어디에 썼나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Vue 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&lt;script setup&gt; Composition API로 전체 화면 구성 (ref / computed / watch)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Vite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개발 서버(:5173) · 빌드, @ 경로 별칭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Vue Router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역할별 라우터 분리: admin / company / driver / gate / bbs / notice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Axios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1.x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REST 호출, withCredentials 로 세션 쿠키 전송, adminApi 공통 인스턴스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Leaflet + OpenStreetMap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1.9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게이트 → 검사소 → 목적지 이동 경로 지도, 트럭 이동 애니메이션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Bootstrap-Vue-3 · Bootstrap Icons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버튼 · 아이콘 · 기본 UI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vue3-cookies · localStorage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로그인 상태 보조, 구내 차량 목록 저장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HTML5 Video · CSS 토큰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검사소 카메라 영상(webm), theme/tokens.css 로 색상 통일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프론트엔드 구조 · 동작 방식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Frontend</a:t>
            </a:r>
            <a:endParaRPr lang="en-US" sz="1300" dirty="0"/>
          </a:p>
        </p:txBody>
      </p:sp>
      <p:sp>
        <p:nvSpPr>
          <p:cNvPr id="4" name="fstruct"/>
          <p:cNvSpPr/>
          <p:nvPr/>
        </p:nvSpPr>
        <p:spPr>
          <a:xfrm>
            <a:off x="548640" y="128016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폴더 구조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components/admin — 관리자 화면 13개 + 지도/모달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components/gate — 게이트 OCR (GateDemo)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components/company · driver — 기업 / 기사 화면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components/notice · bbs — 공지 · 게시판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router/* — 역할별 라우트 모듈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utils — apiBase, adminApi, 검증 함수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CSS — theme / tokens / admin 공통 스타일</a:t>
            </a:r>
            <a:endParaRPr lang="en-US" sz="1300" dirty="0"/>
          </a:p>
        </p:txBody>
      </p:sp>
      <p:sp>
        <p:nvSpPr>
          <p:cNvPr id="7" name="fhow"/>
          <p:cNvSpPr/>
          <p:nvPr/>
        </p:nvSpPr>
        <p:spPr>
          <a:xfrm>
            <a:off x="6309360" y="128016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어떻게 동작하나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로그인 → 서버 세션 쿠키 발급 → 이후 요청에 자동 첨부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401 응답 시 로그인 화면으로 이동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setInterval 3초 폴링으로 게이트 기록 · 상하차 · 과적 상태 실시간 갱신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공통 CrudTable 컴포넌트로 목록/등록/수정/삭제 화면 재사용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게이트 버튼 → OCR 서버(:8001) 직접 호출, 결과 사진·판정 표시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검사소: 영상 타임라인에 맞춰 축중 판독 애니메이션 → 저장 API 호출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프론트엔드 주요 화면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Frontend</a:t>
            </a:r>
            <a:endParaRPr lang="en-US" sz="1300" dirty="0"/>
          </a:p>
        </p:txBody>
      </p:sp>
      <p:graphicFrame>
        <p:nvGraphicFramePr>
          <p:cNvPr id="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54864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화면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파일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핵심 기능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게이트 OCR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GateDemo.vue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게이트인/아웃 OCR, 구내 차량 목록, 상하차·과적 통과 차량만 게이트아웃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검사소 계량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AdminWeighbridge.vue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카메라 영상 + 축별 중량 판독, 자동 모드, 판정 후 저장 / 재계량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이동 경로 지도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WeighbridgeRouteMap.vue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Leaflet 지도에 경로선 + 트럭 이미지 이동, 미니 플레이어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대시보드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AdminDashboard.vue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운행 · 과적 · 컨테이너 현황 카드, 도넛 차트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관리 화면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AdminTrucks / Containers / OverloadChecks …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 · 업체 · 차량 · 컨테이너 · 야드 · 과적 기록 CRUD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기업 / 기사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Company* / driver/screens/*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기사 배정, 차량 등록, 배차 · 운송 현황 · 정산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알림 · 게시판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NotificationBell / notice / bbs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실시간 알림 벨, 공지 슬라이드, 게시판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02  백엔드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E6"/>
                </a:solidFill>
              </a:rPr>
              <a:t>Spring Boot 3.3 · Java 17 · JPA · Spring Security · PostgreSQL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백엔드 기술 스택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Backend</a:t>
            </a:r>
            <a:endParaRPr lang="en-US" sz="1300" dirty="0"/>
          </a:p>
        </p:txBody>
      </p:sp>
      <p:graphicFrame>
        <p:nvGraphicFramePr>
          <p:cNvPr id="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498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기술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어디에 썼나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Java 17 · Spring Boot 3.3 · Gradle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REST API 서버(:8080), gradlew bootRun 실행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Spring Data JPA · Hibernate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엔티티 ↔ 테이블 매핑, ddl-auto: update 로 테이블 자동 생성/변경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QueryDSL 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상하차 기록 조건 검색(LoadingRecordRepositoryCustomImpl)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Spring Security (세션)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SessionAuthenticationFilter + 역할(관리자/기업/기사) 권한, 미인증은 401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Bean Validation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요청 DTO 검증 (@NotBlank, @PositiveOrZero, @Size …)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Lombok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@Getter · @Builder · @RequiredArgsConstructor 로 코드 간소화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@Async · @Scheduled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입차 후 차량 상태 자동 전이, 알림 스케줄러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PostgreSQL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scargo DB — 차량, 게이트 기록, 과적 검사, 상하차 등 17개 엔티티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MyBatis · Thymeleaf (의존성)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프로젝트에 포함, 현재 주력은 JPA + REST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백엔드 계층 구조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Backend</a:t>
            </a:r>
            <a:endParaRPr lang="en-US" sz="1300" dirty="0"/>
          </a:p>
        </p:txBody>
      </p:sp>
      <p:sp>
        <p:nvSpPr>
          <p:cNvPr id="4" name="f0"/>
          <p:cNvSpPr/>
          <p:nvPr/>
        </p:nvSpPr>
        <p:spPr>
          <a:xfrm>
            <a:off x="548640" y="1371600"/>
            <a:ext cx="1956816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Controller 17개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/api/... 요청 받기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파라미터 · DTO 검증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05456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8" name="f1"/>
          <p:cNvSpPr/>
          <p:nvPr/>
        </p:nvSpPr>
        <p:spPr>
          <a:xfrm>
            <a:off x="2825496" y="1371600"/>
            <a:ext cx="1956816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25496" y="137160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Service 21개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25496" y="23317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업무 로직 · 판정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@Transactional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82312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f2"/>
          <p:cNvSpPr/>
          <p:nvPr/>
        </p:nvSpPr>
        <p:spPr>
          <a:xfrm>
            <a:off x="5102352" y="1371600"/>
            <a:ext cx="1956816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2352" y="137160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Repository 20개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02352" y="23317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JPA 쿼리 메서드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QueryDSL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f3"/>
          <p:cNvSpPr/>
          <p:nvPr/>
        </p:nvSpPr>
        <p:spPr>
          <a:xfrm>
            <a:off x="7379208" y="1371600"/>
            <a:ext cx="1956816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79208" y="137160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Entity 17개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79208" y="23317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테이블 매핑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Truck · GateLog · OverloadCheck …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336024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f4"/>
          <p:cNvSpPr/>
          <p:nvPr/>
        </p:nvSpPr>
        <p:spPr>
          <a:xfrm>
            <a:off x="9656064" y="1371600"/>
            <a:ext cx="1956816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56064" y="1371600"/>
            <a:ext cx="1956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56064" y="23317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scargo DB</a:t>
            </a:r>
            <a:endParaRPr lang="en-US" sz="1150" dirty="0"/>
          </a:p>
        </p:txBody>
      </p:sp>
      <p:sp>
        <p:nvSpPr>
          <p:cNvPr id="23" name="b1"/>
          <p:cNvSpPr/>
          <p:nvPr/>
        </p:nvSpPr>
        <p:spPr>
          <a:xfrm>
            <a:off x="548640" y="342900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요청 / 응답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02336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Request · Response DTO 분리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Page&lt;&gt; 페이징 응답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GlobalExceptionHandler 로 오류 응답 통일 (400/404/409)</a:t>
            </a:r>
            <a:endParaRPr lang="en-US" sz="1300" dirty="0"/>
          </a:p>
        </p:txBody>
      </p:sp>
      <p:sp>
        <p:nvSpPr>
          <p:cNvPr id="26" name="b2"/>
          <p:cNvSpPr/>
          <p:nvPr/>
        </p:nvSpPr>
        <p:spPr>
          <a:xfrm>
            <a:off x="4325112" y="342900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07992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보안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02336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SecurityConfig + 세션 필터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/error 허용, 미인증 401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관리자 계정 자동 생성 (AdminInitializer)</a:t>
            </a:r>
            <a:endParaRPr lang="en-US" sz="1300" dirty="0"/>
          </a:p>
        </p:txBody>
      </p:sp>
      <p:sp>
        <p:nvSpPr>
          <p:cNvPr id="29" name="b3"/>
          <p:cNvSpPr/>
          <p:nvPr/>
        </p:nvSpPr>
        <p:spPr>
          <a:xfrm>
            <a:off x="8092440" y="342900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부가 기능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02336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알림 생성 · 스케줄러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게이트 사진 경로 매핑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경로 계산 (WeighbridgeRouteService)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백엔드 핵심 로직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Backend</a:t>
            </a:r>
            <a:endParaRPr lang="en-US" sz="1300" dirty="0"/>
          </a:p>
        </p:txBody>
      </p:sp>
      <p:graphicFrame>
        <p:nvGraphicFramePr>
          <p:cNvPr id="1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하는 일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GateLogService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게이트 기록 저장 → ENTRY면 상하차 작업 시작, EXIT면 최종 출차 처리 / 미등록 차량 알림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TruckWorkflowService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@Async 로 차량 상태 OUTSIDE → INSIDE → IN_TRANSIT → INSIDE, 상하차 PENDING → IN_PROGRESS → COMPLETED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WeighbridgeService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검사소 대기열(1회 계량), 축하중 10t · 총중량 40t · 적재중량 110% 판정, overload_checks 저장, 재계량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OverloadService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과적 검사 CRUD, 위반 시 관리자 · 소속 기업에 알림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WeighbridgeRouteService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게이트 · 검사소 · 목적지 좌표로 지도 경로 계산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NotificationService · Scheduler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알림 저장 / 읽음 처리, 주기 작업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Truck · Container · Mapping 등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차량 · 컨테이너 · 기사 배정 · 야드 · 적재위치 관리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03  파이썬 (Gate OCR)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E6"/>
                </a:solidFill>
              </a:rPr>
              <a:t>YOLO11 번호판 탐지 · CRNN 문자 인식 · FastAPI 게이트 서버 — CargoScan AI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파이썬 기술 스택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Python</a:t>
            </a:r>
            <a:endParaRPr lang="en-US" sz="1300" dirty="0"/>
          </a:p>
        </p:txBody>
      </p:sp>
      <p:graphicFrame>
        <p:nvGraphicFramePr>
          <p:cNvPr id="1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기술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어디에 썼나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Ultralytics YOLO11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사진에서 번호판 위치 탐지 (runs/*/weights/best.pt 중 성능 좋은 모델 자동 선택)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PyTorch CRNN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CNN + BiLSTM 2층 + Multi-Head Self-Attention + CTC 디코딩으로 번호판 글자 인식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EasyOCR (ko, en)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CRNN 신뢰도가 낮을 때 보조 인식 → 번호판 형식 검사 통과 시만 채택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OpenCV · NumPy · Pillow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이미지 읽기 · 자르기 · 전처리, 1줄/2줄 번호판 판별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FastAPI · Uvicorn · Pydantic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게이트 OCR 서버(:8001) — POST /scan, GET /health, /images 정적 제공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pg8000 · requests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DB에서 등록차량 · 과적 결과 조회 / 백엔드에 게이트 기록 등록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Tkinter · PyInstaller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CargoScan 데스크톱 GUI, exe 패키징(.spec)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OCR 동작 과정 (gate_api.py)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Python</a:t>
            </a:r>
            <a:endParaRPr lang="en-US" sz="1300" dirty="0"/>
          </a:p>
        </p:txBody>
      </p:sp>
      <p:sp>
        <p:nvSpPr>
          <p:cNvPr id="4" name="f0"/>
          <p:cNvSpPr/>
          <p:nvPr/>
        </p:nvSpPr>
        <p:spPr>
          <a:xfrm>
            <a:off x="54864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① 사진 수신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게이트_수신함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폴더에서 1장 선택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12598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8" name="f1"/>
          <p:cNvSpPr/>
          <p:nvPr/>
        </p:nvSpPr>
        <p:spPr>
          <a:xfrm>
            <a:off x="244602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4602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② YOLO11 탐지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4602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번호판 영역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box + 신뢰도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f2"/>
          <p:cNvSpPr/>
          <p:nvPr/>
        </p:nvSpPr>
        <p:spPr>
          <a:xfrm>
            <a:off x="434340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③ 크롭 · 전처리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1줄/2줄 판별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고해상도면 imgsz 확대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2074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f3"/>
          <p:cNvSpPr/>
          <p:nvPr/>
        </p:nvSpPr>
        <p:spPr>
          <a:xfrm>
            <a:off x="624078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078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④ CRNN 인식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4078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BiLSTM+Attention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CTC 디코드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f4"/>
          <p:cNvSpPr/>
          <p:nvPr/>
        </p:nvSpPr>
        <p:spPr>
          <a:xfrm>
            <a:off x="813816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⑤ 검증 · 폴백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형식 검사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EasyOCR 보조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71550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f5"/>
          <p:cNvSpPr/>
          <p:nvPr/>
        </p:nvSpPr>
        <p:spPr>
          <a:xfrm>
            <a:off x="10035540" y="1371600"/>
            <a:ext cx="15773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5540" y="1371600"/>
            <a:ext cx="15773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⑥ DB 매칭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35540" y="2331720"/>
            <a:ext cx="15773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trucks 조회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등록/미등록 판정</a:t>
            </a:r>
            <a:endParaRPr lang="en-US" sz="1150" dirty="0"/>
          </a:p>
        </p:txBody>
      </p:sp>
      <p:sp>
        <p:nvSpPr>
          <p:cNvPr id="27" name="pe"/>
          <p:cNvSpPr/>
          <p:nvPr/>
        </p:nvSpPr>
        <p:spPr>
          <a:xfrm>
            <a:off x="548640" y="3566160"/>
            <a:ext cx="53035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ENTRY (게이트인)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160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등록차량이면 차단기 개방 → 백엔드에 게이트 기록 POST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사진은 processed 폴더로 이동, 차량별 입차 사진 · 시각 기억</a:t>
            </a:r>
            <a:endParaRPr lang="en-US" sz="1300" dirty="0"/>
          </a:p>
        </p:txBody>
      </p:sp>
      <p:sp>
        <p:nvSpPr>
          <p:cNvPr id="30" name="px"/>
          <p:cNvSpPr/>
          <p:nvPr/>
        </p:nvSpPr>
        <p:spPr>
          <a:xfrm>
            <a:off x="6309360" y="3566160"/>
            <a:ext cx="53035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EXIT (게이트아웃)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160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입차 때 같은 사진을 다시 OCR → 차량번호 일치 확인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이번 방문 과적 검사 통과 차량만 허용, 아니면 409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모델 학습 · 개발 도구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Python</a:t>
            </a:r>
            <a:endParaRPr lang="en-US" sz="1300" dirty="0"/>
          </a:p>
        </p:txBody>
      </p:sp>
      <p:graphicFrame>
        <p:nvGraphicFramePr>
          <p:cNvPr id="1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49377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파일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탐지 모델 학습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train.py · run_experiment*.py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YOLO11 번호판 탐지 학습, 저조도 · 확장 데이터셋 실험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문자 인식 학습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train_ocr_recognizer_attn.py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CRNN + Attention 인식기 학습 (ocr_model_attn)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데이터 준비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prepare_* · split_* · merge_*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라벨 정리, train/valid 분리, 데이터 누수 검사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합성 데이터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generate_synthetic_plates.py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가상 번호판 이미지 생성 → 사전학습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검수 · 진단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audit_gui.py · diagnose_*.py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라벨 검수 GUI, 오인식 원인 · 임계값 진단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일괄 테스트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batch_test_images.py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폴더 단위 인식률 측정 → CSV 결과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게이트 서비스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gate_watch_service.py · gate_live_demo.py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폴더 감시 자동 인식, 실시간 데모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한눈에 정리 · 실행 순서</a:t>
            </a:r>
            <a:endParaRPr lang="en-US" sz="3000" dirty="0"/>
          </a:p>
        </p:txBody>
      </p:sp>
      <p:sp>
        <p:nvSpPr>
          <p:cNvPr id="3" name="c0"/>
          <p:cNvSpPr/>
          <p:nvPr/>
        </p:nvSpPr>
        <p:spPr>
          <a:xfrm>
            <a:off x="548640" y="1325880"/>
            <a:ext cx="347472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Frontend</a:t>
            </a:r>
            <a:endParaRPr lang="en-US" sz="2000" dirty="0"/>
          </a:p>
        </p:txBody>
      </p:sp>
      <p:sp>
        <p:nvSpPr>
          <p:cNvPr id="5" name="cb0"/>
          <p:cNvSpPr/>
          <p:nvPr/>
        </p:nvSpPr>
        <p:spPr>
          <a:xfrm>
            <a:off x="548640" y="2148840"/>
            <a:ext cx="347472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Vue 3 + Vite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Axios · Vue Router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Leaflet 지도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npm run dev  (:5173)</a:t>
            </a:r>
            <a:endParaRPr lang="en-US" sz="1500" dirty="0"/>
          </a:p>
        </p:txBody>
      </p:sp>
      <p:sp>
        <p:nvSpPr>
          <p:cNvPr id="7" name="c1"/>
          <p:cNvSpPr/>
          <p:nvPr/>
        </p:nvSpPr>
        <p:spPr>
          <a:xfrm>
            <a:off x="4343400" y="1325880"/>
            <a:ext cx="347472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325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Backend</a:t>
            </a:r>
            <a:endParaRPr lang="en-US" sz="2000" dirty="0"/>
          </a:p>
        </p:txBody>
      </p:sp>
      <p:sp>
        <p:nvSpPr>
          <p:cNvPr id="9" name="cb1"/>
          <p:cNvSpPr/>
          <p:nvPr/>
        </p:nvSpPr>
        <p:spPr>
          <a:xfrm>
            <a:off x="4343400" y="2148840"/>
            <a:ext cx="347472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33172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Boot 3.3 · Java 17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JPA · QueryDSL · Security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PostgreSQL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gradlew bootRun  (:8080)</a:t>
            </a:r>
            <a:endParaRPr lang="en-US" sz="1500" dirty="0"/>
          </a:p>
        </p:txBody>
      </p:sp>
      <p:sp>
        <p:nvSpPr>
          <p:cNvPr id="11" name="c2"/>
          <p:cNvSpPr/>
          <p:nvPr/>
        </p:nvSpPr>
        <p:spPr>
          <a:xfrm>
            <a:off x="8138160" y="1325880"/>
            <a:ext cx="3474720" cy="68580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1325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Python</a:t>
            </a:r>
            <a:endParaRPr lang="en-US" sz="2000" dirty="0"/>
          </a:p>
        </p:txBody>
      </p:sp>
      <p:sp>
        <p:nvSpPr>
          <p:cNvPr id="13" name="cb2"/>
          <p:cNvSpPr/>
          <p:nvPr/>
        </p:nvSpPr>
        <p:spPr>
          <a:xfrm>
            <a:off x="8138160" y="2148840"/>
            <a:ext cx="347472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33172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YOLO11 + CRNN(PyTorch)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FastAPI · OpenCV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pg8000 · requests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uvicorn gate_api:app  (:8001)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실행 순서:  ① 백엔드(8080)  →  ② 게이트 OCR 서버(8001)  →  ③ 프론트엔드(5173)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Cargo">
  <a:themeElements>
    <a:clrScheme name="SafeCargo">
      <a:dk1>
        <a:srgbClr val="1B2333"/>
      </a:dk1>
      <a:lt1>
        <a:srgbClr val="FFFFFF"/>
      </a:lt1>
      <a:dk2>
        <a:srgbClr val="14284B"/>
      </a:dk2>
      <a:lt2>
        <a:srgbClr val="EEF2F8"/>
      </a:lt2>
      <a:accent1>
        <a:srgbClr val="F28C28"/>
      </a:accent1>
      <a:accent2>
        <a:srgbClr val="1F6FB2"/>
      </a:accent2>
      <a:accent3>
        <a:srgbClr val="2E8B57"/>
      </a:accent3>
      <a:accent4>
        <a:srgbClr val="7B4FB0"/>
      </a:accent4>
      <a:accent5>
        <a:srgbClr val="5B6B84"/>
      </a:accent5>
      <a:accent6>
        <a:srgbClr val="FCE7D2"/>
      </a:accent6>
      <a:hlink>
        <a:srgbClr val="1F5FAF"/>
      </a:hlink>
      <a:folHlink>
        <a:srgbClr val="6B4FA0"/>
      </a:folHlink>
    </a:clrScheme>
    <a:fontScheme name="SafeCarg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SCargo 기술 구성</dc:title>
  <dc:subject>PptxGenJS Presentation</dc:subject>
  <dc:creator>PptxGenJS</dc:creator>
  <cp:lastModifiedBy>PptxGenJS</cp:lastModifiedBy>
  <cp:revision>1</cp:revision>
  <dcterms:created xsi:type="dcterms:W3CDTF">2026-10-02T07:28:14Z</dcterms:created>
  <dcterms:modified xsi:type="dcterms:W3CDTF">2026-10-02T07:28:14Z</dcterms:modified>
</cp:coreProperties>
</file>