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프로젝트를 Keep, Problem, Try로 정리했습니다. 잘한 점은 이어가고, 문제는 원인을 짚고, 다음에 시도할 것을 정했습니다.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잘한 점입니다. 모델을 직접 학습하고, 전체 업무 흐름을 끝까지 연결했고, 판정을 서버에 두어 신뢰성을 확보했습니다. 문제가 생길 때마다 원인과 조치를 문서로 남긴 것도 계속 가져갈 습관입니다.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문제는 다섯 가지였습니다. 가장 컸던 건 시연 시나리오와 데이터를 늦게 준비한 것이고, 코드 병합과 서버 재시작 시 상태가 사라지는 문제, 화면마다 기준이 다른 문제도 반복됐습니다.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다음에는 개발 전에 규격과 시나리오를 먼저 정하고, 매일 통합하고, 상태는 DB 기준으로 판단하겠습니다. 판정 기준은 서버가 내려주고, 시연은 결과 고정 모드와 백업 영상으로 대비하겠습니다.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문제에 어떤 시도로 대응하는지 연결한 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Cargo  ·  못먹어도 S카고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146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KPT 회고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D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Keep  ·  Problem  ·  Try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게이트 OCR · 검사소 과적 검사 담당 기준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한눈에 보기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Cargo  ·  KPT 회고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554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B5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Keep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103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계속할 것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2514600"/>
            <a:ext cx="3520440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2697480"/>
            <a:ext cx="3520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번호판 인식 모델을 직접 학습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입차부터 출차까지 한 흐름으로 연결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판정은 서버 한 곳에서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문제를 기록하며 해결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1554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Problem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4297680" y="2103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문제였던 것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97680" y="2514600"/>
            <a:ext cx="352044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97680" y="2697480"/>
            <a:ext cx="3520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시나리오 · 더미 데이터를 늦게 준비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병합이 어려웠음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상태가 메모리에 의존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화면마다 기준이 달랐음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장비가 없어 결과가 랜덤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092440" y="1554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FB2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Try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2103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다음에 시도할 것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092440" y="2514600"/>
            <a:ext cx="3520440" cy="0"/>
          </a:xfrm>
          <a:prstGeom prst="line">
            <a:avLst/>
          </a:prstGeom>
          <a:noFill/>
          <a:ln w="25400">
            <a:solidFill>
              <a:srgbClr val="1F6FB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92440" y="2697480"/>
            <a:ext cx="3520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전에 먼저 정하기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한 번 통합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상태는 DB 기준으로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기준은 서버가 내려주기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모드 + 백업 영상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KEEP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잘해서 계속할 것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Cargo  ·  KPT 회고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5544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554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번호판 인식 모델을 직접 학습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15544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YOLO11 탐지 + CRNN 문자 인식을 실험 기록과 함께 개선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2920" y="2532888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26974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697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입차부터 출차까지 한 흐름으로 연결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6035040" y="26974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게이트 OCR → 상하차 → 검사소 계량 → 출차 통제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02920" y="3675888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2920" y="38404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3840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판정은 서버 한 곳에서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6035040" y="38404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화면을 조작해도 결과가 바뀌지 않고, 출차는 화면·서버 이중 차단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02920" y="4818888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49834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B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1371600" y="4983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문제를 기록하며 해결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6035040" y="49834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트러블슈팅 · QA 결과서 · 수정 목록으로 원인과 조치를 남김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02920" y="5961888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문제였던 것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Cargo  ·  KPT 회고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5544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554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시나리오 · 더미 데이터를 늦게 준비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15544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리허설에서 흐름이 끊기고 발표가 18분에 그침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2920" y="2322576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248716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4871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병합이 어려웠음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6035040" y="248716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 폴더 중복, 줄바꿈 깨짐, 작업 폴더가 여러 개로 나뉨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02920" y="3255264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2920" y="341985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341985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상태가 메모리에 의존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6035040" y="341985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재시작하면 로그인 · 입차 사진 · 구내 차량 정보가 사라짐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02920" y="4187952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435254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1371600" y="435254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화면마다 기준이 달랐음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6035040" y="4352544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판정 vs 서버 판정, 대시보드 상태 분류, 계중대/검사소 용어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02920" y="5120640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" y="528523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1371600" y="52852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장비가 없어 결과가 랜덤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6035040" y="5285232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보여주고 싶은 장면(과적 차단)이 나올지 예측이 어려움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02920" y="6053328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다음에 시도할 것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Cargo  ·  KPT 회고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5544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6F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554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전에 먼저 정하기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15544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규격 · 용어집 · 시연 시나리오를 첫 주에 확정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2920" y="2322576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248716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6F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4871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한 번 통합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6035040" y="248716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 브랜치 + PR 리뷰, 작업 폴더는 저장소 하나로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02920" y="3255264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2920" y="341985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6F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341985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상태는 DB 기준으로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6035040" y="341985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메모리 대신 DB 기록으로 판단, 서버 간 인증은 자동 재로그인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02920" y="4187952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435254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6F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1371600" y="435254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기준은 서버가 내려주기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6035040" y="4352544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 기준을 API로 받아 화면은 그대로 표시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02920" y="5120640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" y="528523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6F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1371600" y="52852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모드 + 백업 영상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6035040" y="5285232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결과 고정, 장애 대비 녹화 영상 준비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02920" y="6053328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문제와 시도 연결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Cargo  ·  KPT 회고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508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Problem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1508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6F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Try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20574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· 데이터 늦게 준비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715000" y="2057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20574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전에 시연 시나리오 확정 + 시연 모드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2920" y="2743200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28803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병합 어려움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880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28803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한 번 통합, 저장소 하나로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02920" y="3566160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37033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상태가 메모리에 의존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3703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309360" y="37033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상태는 DB 기준, 자동 재로그인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02920" y="4389120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2920" y="45262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화면마다 기준이 다름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4526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309360" y="45262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 기준을 서버 API로 내려주기, 용어집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02920" y="5212080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2920" y="5349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결과가 랜덤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715000" y="5349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309360" y="53492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결과 고정 + 백업 영상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02920" y="6035040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 Cargo KPT 회고</dc:title>
  <dc:subject>PptxGenJS Presentation</dc:subject>
  <dc:creator>PptxGenJS</dc:creator>
  <cp:lastModifiedBy>PptxGenJS</cp:lastModifiedBy>
  <cp:revision>1</cp:revision>
  <dcterms:created xsi:type="dcterms:W3CDTF">2026-10-07T01:39:43Z</dcterms:created>
  <dcterms:modified xsi:type="dcterms:W3CDTF">2026-10-07T01:39:43Z</dcterms:modified>
</cp:coreProperties>
</file>